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52147ddff04570" /><Relationship Type="http://schemas.openxmlformats.org/officeDocument/2006/relationships/extended-properties" Target="/docProps/app.xml" Id="R47b06fee57484233" /><Relationship Type="http://schemas.openxmlformats.org/officeDocument/2006/relationships/officeDocument" Target="/ppt/presentation.xml" Id="R65a52d2247bb4f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9f3279d6394d09"/>
  </p:sldMasterIdLst>
  <p:notesMasterIdLst>
    <p:notesMasterId xmlns:r="http://schemas.openxmlformats.org/officeDocument/2006/relationships" r:id="R2dfdcfac51164c0b"/>
  </p:notesMasterIdLst>
  <p:sldIdLst>
    <p:sldId xmlns:r="http://schemas.openxmlformats.org/officeDocument/2006/relationships" id="256" r:id="Rcf5d6c8f2bad4a95"/>
    <p:sldId xmlns:r="http://schemas.openxmlformats.org/officeDocument/2006/relationships" id="257" r:id="R4bddbdea33fc4e1b"/>
    <p:sldId xmlns:r="http://schemas.openxmlformats.org/officeDocument/2006/relationships" id="258" r:id="Rd7ac5d66e1a64b03"/>
    <p:sldId xmlns:r="http://schemas.openxmlformats.org/officeDocument/2006/relationships" id="259" r:id="R32ede97c1a644485"/>
    <p:sldId xmlns:r="http://schemas.openxmlformats.org/officeDocument/2006/relationships" id="260" r:id="Rf7d6c185efcc448f"/>
    <p:sldId xmlns:r="http://schemas.openxmlformats.org/officeDocument/2006/relationships" id="261" r:id="R0a99893bc2d9409f"/>
    <p:sldId xmlns:r="http://schemas.openxmlformats.org/officeDocument/2006/relationships" id="262" r:id="R0ddf0fa3c0a44f87"/>
    <p:sldId xmlns:r="http://schemas.openxmlformats.org/officeDocument/2006/relationships" id="263" r:id="R2300141742ea438e"/>
    <p:sldId xmlns:r="http://schemas.openxmlformats.org/officeDocument/2006/relationships" id="264" r:id="Rcc1c6d76c0f040b4"/>
    <p:sldId xmlns:r="http://schemas.openxmlformats.org/officeDocument/2006/relationships" id="265" r:id="R8f23247bf86a470d"/>
    <p:sldId xmlns:r="http://schemas.openxmlformats.org/officeDocument/2006/relationships" id="266" r:id="Ra292bf78f6594894"/>
    <p:sldId xmlns:r="http://schemas.openxmlformats.org/officeDocument/2006/relationships" id="267" r:id="R9fbaaca04f424569"/>
    <p:sldId xmlns:r="http://schemas.openxmlformats.org/officeDocument/2006/relationships" id="268" r:id="R9274a1eab55b4c2a"/>
    <p:sldId xmlns:r="http://schemas.openxmlformats.org/officeDocument/2006/relationships" id="269" r:id="R410ad29a36d344a6"/>
    <p:sldId xmlns:r="http://schemas.openxmlformats.org/officeDocument/2006/relationships" id="270" r:id="R838fca97b0cd4484"/>
    <p:sldId xmlns:r="http://schemas.openxmlformats.org/officeDocument/2006/relationships" id="271" r:id="Ref2233d85c024bd3"/>
    <p:sldId xmlns:r="http://schemas.openxmlformats.org/officeDocument/2006/relationships" id="272" r:id="R07166f06da2b4011"/>
    <p:sldId xmlns:r="http://schemas.openxmlformats.org/officeDocument/2006/relationships" id="273" r:id="Re7e441e149cf4a7e"/>
    <p:sldId xmlns:r="http://schemas.openxmlformats.org/officeDocument/2006/relationships" id="274" r:id="R6805ca206ac0432e"/>
    <p:sldId xmlns:r="http://schemas.openxmlformats.org/officeDocument/2006/relationships" id="275" r:id="R142c9f66c75d41a5"/>
    <p:sldId xmlns:r="http://schemas.openxmlformats.org/officeDocument/2006/relationships" id="276" r:id="Raaa79a888f8c4b2e"/>
    <p:sldId xmlns:r="http://schemas.openxmlformats.org/officeDocument/2006/relationships" id="277" r:id="R38e6abae2d2c48db"/>
    <p:sldId xmlns:r="http://schemas.openxmlformats.org/officeDocument/2006/relationships" id="278" r:id="R39ac63c3e6a04bc3"/>
    <p:sldId xmlns:r="http://schemas.openxmlformats.org/officeDocument/2006/relationships" id="279" r:id="Rf9784358c7a24e47"/>
    <p:sldId xmlns:r="http://schemas.openxmlformats.org/officeDocument/2006/relationships" id="280" r:id="R8af8eafd8a6c40f8"/>
    <p:sldId xmlns:r="http://schemas.openxmlformats.org/officeDocument/2006/relationships" id="281" r:id="Rd0bb535aea0a439d"/>
    <p:sldId xmlns:r="http://schemas.openxmlformats.org/officeDocument/2006/relationships" id="282" r:id="R3ae7c58921b24e51"/>
    <p:sldId xmlns:r="http://schemas.openxmlformats.org/officeDocument/2006/relationships" id="283" r:id="R85499555aa4940ef"/>
    <p:sldId xmlns:r="http://schemas.openxmlformats.org/officeDocument/2006/relationships" id="284" r:id="Rd51f947526c24011"/>
    <p:sldId xmlns:r="http://schemas.openxmlformats.org/officeDocument/2006/relationships" id="285" r:id="R7105caa2f5e8423d"/>
    <p:sldId xmlns:r="http://schemas.openxmlformats.org/officeDocument/2006/relationships" id="286" r:id="R63119350ca0b4628"/>
    <p:sldId xmlns:r="http://schemas.openxmlformats.org/officeDocument/2006/relationships" id="287" r:id="R7d6fa28aee83497c"/>
    <p:sldId xmlns:r="http://schemas.openxmlformats.org/officeDocument/2006/relationships" id="288" r:id="Ra392bd7df8ed4966"/>
    <p:sldId xmlns:r="http://schemas.openxmlformats.org/officeDocument/2006/relationships" id="289" r:id="R90e55508a4504580"/>
    <p:sldId xmlns:r="http://schemas.openxmlformats.org/officeDocument/2006/relationships" id="290" r:id="R6924741ac9f34ef0"/>
    <p:sldId xmlns:r="http://schemas.openxmlformats.org/officeDocument/2006/relationships" id="291" r:id="R8b22bdde60ed473b"/>
    <p:sldId xmlns:r="http://schemas.openxmlformats.org/officeDocument/2006/relationships" id="292" r:id="R434e353e64554273"/>
    <p:sldId xmlns:r="http://schemas.openxmlformats.org/officeDocument/2006/relationships" id="293" r:id="Re8d797621f1f4b9d"/>
    <p:sldId xmlns:r="http://schemas.openxmlformats.org/officeDocument/2006/relationships" id="294" r:id="Rb36248f640e44b73"/>
    <p:sldId xmlns:r="http://schemas.openxmlformats.org/officeDocument/2006/relationships" id="295" r:id="Rbff21754276f41ee"/>
    <p:sldId xmlns:r="http://schemas.openxmlformats.org/officeDocument/2006/relationships" id="296" r:id="Rd3b5e0b5470e45c2"/>
    <p:sldId xmlns:r="http://schemas.openxmlformats.org/officeDocument/2006/relationships" id="297" r:id="R1ab5c9d2f69f460e"/>
    <p:sldId xmlns:r="http://schemas.openxmlformats.org/officeDocument/2006/relationships" id="298" r:id="Rb323521b6e94493d"/>
    <p:sldId xmlns:r="http://schemas.openxmlformats.org/officeDocument/2006/relationships" id="299" r:id="R1057594cad80416f"/>
    <p:sldId xmlns:r="http://schemas.openxmlformats.org/officeDocument/2006/relationships" id="300" r:id="Rdabf7e8e10e44312"/>
    <p:sldId xmlns:r="http://schemas.openxmlformats.org/officeDocument/2006/relationships" id="301" r:id="R280f2d0a2d00437d"/>
    <p:sldId xmlns:r="http://schemas.openxmlformats.org/officeDocument/2006/relationships" id="302" r:id="R2a537abce47d4cb2"/>
    <p:sldId xmlns:r="http://schemas.openxmlformats.org/officeDocument/2006/relationships" id="303" r:id="R47ef5943b81949af"/>
    <p:sldId xmlns:r="http://schemas.openxmlformats.org/officeDocument/2006/relationships" id="304" r:id="Rdb8b002cd46140ee"/>
    <p:sldId xmlns:r="http://schemas.openxmlformats.org/officeDocument/2006/relationships" id="305" r:id="R45d7fa7e76774c16"/>
    <p:sldId xmlns:r="http://schemas.openxmlformats.org/officeDocument/2006/relationships" id="306" r:id="R631af22795ab4419"/>
    <p:sldId xmlns:r="http://schemas.openxmlformats.org/officeDocument/2006/relationships" id="307" r:id="Rbf6163fb94e84ab1"/>
    <p:sldId xmlns:r="http://schemas.openxmlformats.org/officeDocument/2006/relationships" id="308" r:id="Rdbe9dc1f3e154977"/>
    <p:sldId xmlns:r="http://schemas.openxmlformats.org/officeDocument/2006/relationships" id="309" r:id="R608a8827343a446e"/>
    <p:sldId xmlns:r="http://schemas.openxmlformats.org/officeDocument/2006/relationships" id="310" r:id="R569677f24a54451a"/>
    <p:sldId xmlns:r="http://schemas.openxmlformats.org/officeDocument/2006/relationships" id="311" r:id="R462b1157726d45b2"/>
    <p:sldId xmlns:r="http://schemas.openxmlformats.org/officeDocument/2006/relationships" id="312" r:id="R0230d31b257d461f"/>
    <p:sldId xmlns:r="http://schemas.openxmlformats.org/officeDocument/2006/relationships" id="313" r:id="Rd551cfdba4054879"/>
    <p:sldId xmlns:r="http://schemas.openxmlformats.org/officeDocument/2006/relationships" id="314" r:id="R7a1bb5e79f2b4700"/>
    <p:sldId xmlns:r="http://schemas.openxmlformats.org/officeDocument/2006/relationships" id="315" r:id="R94efacc3b61d4056"/>
    <p:sldId xmlns:r="http://schemas.openxmlformats.org/officeDocument/2006/relationships" id="316" r:id="R4c896bef3658459c"/>
    <p:sldId xmlns:r="http://schemas.openxmlformats.org/officeDocument/2006/relationships" id="317" r:id="R1f373e2cf3984b68"/>
    <p:sldId xmlns:r="http://schemas.openxmlformats.org/officeDocument/2006/relationships" id="318" r:id="Red40aeedb53f4235"/>
    <p:sldId xmlns:r="http://schemas.openxmlformats.org/officeDocument/2006/relationships" id="319" r:id="R871031f934344b16"/>
    <p:sldId xmlns:r="http://schemas.openxmlformats.org/officeDocument/2006/relationships" id="320" r:id="R872a29496c37470b"/>
    <p:sldId xmlns:r="http://schemas.openxmlformats.org/officeDocument/2006/relationships" id="321" r:id="R1b8a51b4ed1e42ae"/>
    <p:sldId xmlns:r="http://schemas.openxmlformats.org/officeDocument/2006/relationships" id="322" r:id="R4f5668ee2d214cbd"/>
    <p:sldId xmlns:r="http://schemas.openxmlformats.org/officeDocument/2006/relationships" id="323" r:id="Reeb1b6a6a9174c63"/>
    <p:sldId xmlns:r="http://schemas.openxmlformats.org/officeDocument/2006/relationships" id="324" r:id="Rddf1b520c7964d2d"/>
    <p:sldId xmlns:r="http://schemas.openxmlformats.org/officeDocument/2006/relationships" id="325" r:id="R7eaf8ecac8554be0"/>
    <p:sldId xmlns:r="http://schemas.openxmlformats.org/officeDocument/2006/relationships" id="326" r:id="Raf9a88022039426f"/>
    <p:sldId xmlns:r="http://schemas.openxmlformats.org/officeDocument/2006/relationships" id="327" r:id="R445f821f332d4a0e"/>
    <p:sldId xmlns:r="http://schemas.openxmlformats.org/officeDocument/2006/relationships" id="328" r:id="R0a61bad707ed45ad"/>
    <p:sldId xmlns:r="http://schemas.openxmlformats.org/officeDocument/2006/relationships" id="329" r:id="R96a72d5e35e14f4d"/>
    <p:sldId xmlns:r="http://schemas.openxmlformats.org/officeDocument/2006/relationships" id="330" r:id="Rae083beb28d042f9"/>
    <p:sldId xmlns:r="http://schemas.openxmlformats.org/officeDocument/2006/relationships" id="331" r:id="Ra7bc538b70964b9e"/>
    <p:sldId xmlns:r="http://schemas.openxmlformats.org/officeDocument/2006/relationships" id="332" r:id="Raf2182387f174c30"/>
    <p:sldId xmlns:r="http://schemas.openxmlformats.org/officeDocument/2006/relationships" id="333" r:id="R71d6096bbbc14f10"/>
    <p:sldId xmlns:r="http://schemas.openxmlformats.org/officeDocument/2006/relationships" id="334" r:id="R8385231fc51043f5"/>
    <p:sldId xmlns:r="http://schemas.openxmlformats.org/officeDocument/2006/relationships" id="335" r:id="Re833708acb594c77"/>
    <p:sldId xmlns:r="http://schemas.openxmlformats.org/officeDocument/2006/relationships" id="336" r:id="R67876ebce937404c"/>
    <p:sldId xmlns:r="http://schemas.openxmlformats.org/officeDocument/2006/relationships" id="337" r:id="R57f28c6a046545f1"/>
    <p:sldId xmlns:r="http://schemas.openxmlformats.org/officeDocument/2006/relationships" id="338" r:id="R74bfa6b562f64e5d"/>
    <p:sldId xmlns:r="http://schemas.openxmlformats.org/officeDocument/2006/relationships" id="339" r:id="R45b0c4e1e3a84eef"/>
    <p:sldId xmlns:r="http://schemas.openxmlformats.org/officeDocument/2006/relationships" id="340" r:id="R61ea14ff34104c37"/>
    <p:sldId xmlns:r="http://schemas.openxmlformats.org/officeDocument/2006/relationships" id="341" r:id="Rf963da6c77cb4cc3"/>
    <p:sldId xmlns:r="http://schemas.openxmlformats.org/officeDocument/2006/relationships" id="342" r:id="R874d27fe8edd4624"/>
    <p:sldId xmlns:r="http://schemas.openxmlformats.org/officeDocument/2006/relationships" id="343" r:id="Ra2c33bb6eb564575"/>
    <p:sldId xmlns:r="http://schemas.openxmlformats.org/officeDocument/2006/relationships" id="344" r:id="R360b4f9f067e4717"/>
    <p:sldId xmlns:r="http://schemas.openxmlformats.org/officeDocument/2006/relationships" id="345" r:id="Rc0193ac7a09340bc"/>
    <p:sldId xmlns:r="http://schemas.openxmlformats.org/officeDocument/2006/relationships" id="346" r:id="R0b822bf302774eee"/>
    <p:sldId xmlns:r="http://schemas.openxmlformats.org/officeDocument/2006/relationships" id="347" r:id="Ra71b938ceac841e1"/>
    <p:sldId xmlns:r="http://schemas.openxmlformats.org/officeDocument/2006/relationships" id="348" r:id="R00e8d85b0f594d48"/>
    <p:sldId xmlns:r="http://schemas.openxmlformats.org/officeDocument/2006/relationships" id="349" r:id="Racf97451d07f4cff"/>
    <p:sldId xmlns:r="http://schemas.openxmlformats.org/officeDocument/2006/relationships" id="350" r:id="R69bff3eb790e4834"/>
    <p:sldId xmlns:r="http://schemas.openxmlformats.org/officeDocument/2006/relationships" id="351" r:id="R2eee7efab74146c7"/>
    <p:sldId xmlns:r="http://schemas.openxmlformats.org/officeDocument/2006/relationships" id="352" r:id="Rc946523274f94aeb"/>
    <p:sldId xmlns:r="http://schemas.openxmlformats.org/officeDocument/2006/relationships" id="353" r:id="Rc2c030d565d940ad"/>
    <p:sldId xmlns:r="http://schemas.openxmlformats.org/officeDocument/2006/relationships" id="354" r:id="Rcb691f8f762048f7"/>
    <p:sldId xmlns:r="http://schemas.openxmlformats.org/officeDocument/2006/relationships" id="355" r:id="R1e05ab01e3a54a61"/>
    <p:sldId xmlns:r="http://schemas.openxmlformats.org/officeDocument/2006/relationships" id="356" r:id="R917068740c4544b2"/>
    <p:sldId xmlns:r="http://schemas.openxmlformats.org/officeDocument/2006/relationships" id="357" r:id="Rf3c71248c2dc4354"/>
    <p:sldId xmlns:r="http://schemas.openxmlformats.org/officeDocument/2006/relationships" id="358" r:id="Rb2984f29ab1c4c1b"/>
    <p:sldId xmlns:r="http://schemas.openxmlformats.org/officeDocument/2006/relationships" id="359" r:id="R45589d2f587849fc"/>
    <p:sldId xmlns:r="http://schemas.openxmlformats.org/officeDocument/2006/relationships" id="360" r:id="R0ae97489dfae40c2"/>
    <p:sldId xmlns:r="http://schemas.openxmlformats.org/officeDocument/2006/relationships" id="361" r:id="Re8bd5a61ed6448f4"/>
    <p:sldId xmlns:r="http://schemas.openxmlformats.org/officeDocument/2006/relationships" id="362" r:id="R76ac2a17ce5846ba"/>
    <p:sldId xmlns:r="http://schemas.openxmlformats.org/officeDocument/2006/relationships" id="363" r:id="Ra2400945916143f5"/>
    <p:sldId xmlns:r="http://schemas.openxmlformats.org/officeDocument/2006/relationships" id="364" r:id="Rab656c3c5f03470b"/>
    <p:sldId xmlns:r="http://schemas.openxmlformats.org/officeDocument/2006/relationships" id="365" r:id="R07a16dd9344349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5e439051164f9a" /><Relationship Type="http://schemas.openxmlformats.org/officeDocument/2006/relationships/slideMaster" Target="/ppt/slideMasters/slideMaster1.xml" Id="Re39f3279d6394d09" /><Relationship Type="http://schemas.openxmlformats.org/officeDocument/2006/relationships/notesMaster" Target="/ppt/notesMasters/notesMaster1.xml" Id="R2dfdcfac51164c0b" /><Relationship Type="http://schemas.openxmlformats.org/officeDocument/2006/relationships/presProps" Target="/ppt/presProps.xml" Id="Rf3d7652640824d67" /><Relationship Type="http://schemas.openxmlformats.org/officeDocument/2006/relationships/tableStyles" Target="/ppt/tableStyles.xml" Id="Rd77c2d1d893348e0" /><Relationship Type="http://schemas.openxmlformats.org/officeDocument/2006/relationships/slide" Target="/ppt/slides/slide1.xml" Id="Rcf5d6c8f2bad4a95" /><Relationship Type="http://schemas.openxmlformats.org/officeDocument/2006/relationships/slide" Target="/ppt/slides/slide2.xml" Id="R4bddbdea33fc4e1b" /><Relationship Type="http://schemas.openxmlformats.org/officeDocument/2006/relationships/slide" Target="/ppt/slides/slide3.xml" Id="Rd7ac5d66e1a64b03" /><Relationship Type="http://schemas.openxmlformats.org/officeDocument/2006/relationships/slide" Target="/ppt/slides/slide4.xml" Id="R32ede97c1a644485" /><Relationship Type="http://schemas.openxmlformats.org/officeDocument/2006/relationships/slide" Target="/ppt/slides/slide5.xml" Id="Rf7d6c185efcc448f" /><Relationship Type="http://schemas.openxmlformats.org/officeDocument/2006/relationships/slide" Target="/ppt/slides/slide6.xml" Id="R0a99893bc2d9409f" /><Relationship Type="http://schemas.openxmlformats.org/officeDocument/2006/relationships/slide" Target="/ppt/slides/slide7.xml" Id="R0ddf0fa3c0a44f87" /><Relationship Type="http://schemas.openxmlformats.org/officeDocument/2006/relationships/slide" Target="/ppt/slides/slide8.xml" Id="R2300141742ea438e" /><Relationship Type="http://schemas.openxmlformats.org/officeDocument/2006/relationships/slide" Target="/ppt/slides/slide9.xml" Id="Rcc1c6d76c0f040b4" /><Relationship Type="http://schemas.openxmlformats.org/officeDocument/2006/relationships/slide" Target="/ppt/slides/slide10.xml" Id="R8f23247bf86a470d" /><Relationship Type="http://schemas.openxmlformats.org/officeDocument/2006/relationships/slide" Target="/ppt/slides/slide11.xml" Id="Ra292bf78f6594894" /><Relationship Type="http://schemas.openxmlformats.org/officeDocument/2006/relationships/slide" Target="/ppt/slides/slide12.xml" Id="R9fbaaca04f424569" /><Relationship Type="http://schemas.openxmlformats.org/officeDocument/2006/relationships/slide" Target="/ppt/slides/slide13.xml" Id="R9274a1eab55b4c2a" /><Relationship Type="http://schemas.openxmlformats.org/officeDocument/2006/relationships/slide" Target="/ppt/slides/slide14.xml" Id="R410ad29a36d344a6" /><Relationship Type="http://schemas.openxmlformats.org/officeDocument/2006/relationships/slide" Target="/ppt/slides/slide15.xml" Id="R838fca97b0cd4484" /><Relationship Type="http://schemas.openxmlformats.org/officeDocument/2006/relationships/slide" Target="/ppt/slides/slide16.xml" Id="Ref2233d85c024bd3" /><Relationship Type="http://schemas.openxmlformats.org/officeDocument/2006/relationships/slide" Target="/ppt/slides/slide17.xml" Id="R07166f06da2b4011" /><Relationship Type="http://schemas.openxmlformats.org/officeDocument/2006/relationships/slide" Target="/ppt/slides/slide18.xml" Id="Re7e441e149cf4a7e" /><Relationship Type="http://schemas.openxmlformats.org/officeDocument/2006/relationships/slide" Target="/ppt/slides/slide19.xml" Id="R6805ca206ac0432e" /><Relationship Type="http://schemas.openxmlformats.org/officeDocument/2006/relationships/slide" Target="/ppt/slides/slide20.xml" Id="R142c9f66c75d41a5" /><Relationship Type="http://schemas.openxmlformats.org/officeDocument/2006/relationships/slide" Target="/ppt/slides/slide21.xml" Id="Raaa79a888f8c4b2e" /><Relationship Type="http://schemas.openxmlformats.org/officeDocument/2006/relationships/slide" Target="/ppt/slides/slide22.xml" Id="R38e6abae2d2c48db" /><Relationship Type="http://schemas.openxmlformats.org/officeDocument/2006/relationships/slide" Target="/ppt/slides/slide23.xml" Id="R39ac63c3e6a04bc3" /><Relationship Type="http://schemas.openxmlformats.org/officeDocument/2006/relationships/slide" Target="/ppt/slides/slide24.xml" Id="Rf9784358c7a24e47" /><Relationship Type="http://schemas.openxmlformats.org/officeDocument/2006/relationships/slide" Target="/ppt/slides/slide25.xml" Id="R8af8eafd8a6c40f8" /><Relationship Type="http://schemas.openxmlformats.org/officeDocument/2006/relationships/slide" Target="/ppt/slides/slide26.xml" Id="Rd0bb535aea0a439d" /><Relationship Type="http://schemas.openxmlformats.org/officeDocument/2006/relationships/slide" Target="/ppt/slides/slide27.xml" Id="R3ae7c58921b24e51" /><Relationship Type="http://schemas.openxmlformats.org/officeDocument/2006/relationships/slide" Target="/ppt/slides/slide28.xml" Id="R85499555aa4940ef" /><Relationship Type="http://schemas.openxmlformats.org/officeDocument/2006/relationships/slide" Target="/ppt/slides/slide29.xml" Id="Rd51f947526c24011" /><Relationship Type="http://schemas.openxmlformats.org/officeDocument/2006/relationships/slide" Target="/ppt/slides/slide30.xml" Id="R7105caa2f5e8423d" /><Relationship Type="http://schemas.openxmlformats.org/officeDocument/2006/relationships/slide" Target="/ppt/slides/slide31.xml" Id="R63119350ca0b4628" /><Relationship Type="http://schemas.openxmlformats.org/officeDocument/2006/relationships/slide" Target="/ppt/slides/slide32.xml" Id="R7d6fa28aee83497c" /><Relationship Type="http://schemas.openxmlformats.org/officeDocument/2006/relationships/slide" Target="/ppt/slides/slide33.xml" Id="Ra392bd7df8ed4966" /><Relationship Type="http://schemas.openxmlformats.org/officeDocument/2006/relationships/slide" Target="/ppt/slides/slide34.xml" Id="R90e55508a4504580" /><Relationship Type="http://schemas.openxmlformats.org/officeDocument/2006/relationships/slide" Target="/ppt/slides/slide35.xml" Id="R6924741ac9f34ef0" /><Relationship Type="http://schemas.openxmlformats.org/officeDocument/2006/relationships/slide" Target="/ppt/slides/slide36.xml" Id="R8b22bdde60ed473b" /><Relationship Type="http://schemas.openxmlformats.org/officeDocument/2006/relationships/slide" Target="/ppt/slides/slide37.xml" Id="R434e353e64554273" /><Relationship Type="http://schemas.openxmlformats.org/officeDocument/2006/relationships/slide" Target="/ppt/slides/slide38.xml" Id="Re8d797621f1f4b9d" /><Relationship Type="http://schemas.openxmlformats.org/officeDocument/2006/relationships/slide" Target="/ppt/slides/slide39.xml" Id="Rb36248f640e44b73" /><Relationship Type="http://schemas.openxmlformats.org/officeDocument/2006/relationships/slide" Target="/ppt/slides/slide40.xml" Id="Rbff21754276f41ee" /><Relationship Type="http://schemas.openxmlformats.org/officeDocument/2006/relationships/slide" Target="/ppt/slides/slide41.xml" Id="Rd3b5e0b5470e45c2" /><Relationship Type="http://schemas.openxmlformats.org/officeDocument/2006/relationships/slide" Target="/ppt/slides/slide42.xml" Id="R1ab5c9d2f69f460e" /><Relationship Type="http://schemas.openxmlformats.org/officeDocument/2006/relationships/slide" Target="/ppt/slides/slide43.xml" Id="Rb323521b6e94493d" /><Relationship Type="http://schemas.openxmlformats.org/officeDocument/2006/relationships/slide" Target="/ppt/slides/slide44.xml" Id="R1057594cad80416f" /><Relationship Type="http://schemas.openxmlformats.org/officeDocument/2006/relationships/slide" Target="/ppt/slides/slide45.xml" Id="Rdabf7e8e10e44312" /><Relationship Type="http://schemas.openxmlformats.org/officeDocument/2006/relationships/slide" Target="/ppt/slides/slide46.xml" Id="R280f2d0a2d00437d" /><Relationship Type="http://schemas.openxmlformats.org/officeDocument/2006/relationships/slide" Target="/ppt/slides/slide47.xml" Id="R2a537abce47d4cb2" /><Relationship Type="http://schemas.openxmlformats.org/officeDocument/2006/relationships/slide" Target="/ppt/slides/slide48.xml" Id="R47ef5943b81949af" /><Relationship Type="http://schemas.openxmlformats.org/officeDocument/2006/relationships/slide" Target="/ppt/slides/slide49.xml" Id="Rdb8b002cd46140ee" /><Relationship Type="http://schemas.openxmlformats.org/officeDocument/2006/relationships/slide" Target="/ppt/slides/slide50.xml" Id="R45d7fa7e76774c16" /><Relationship Type="http://schemas.openxmlformats.org/officeDocument/2006/relationships/slide" Target="/ppt/slides/slide51.xml" Id="R631af22795ab4419" /><Relationship Type="http://schemas.openxmlformats.org/officeDocument/2006/relationships/slide" Target="/ppt/slides/slide52.xml" Id="Rbf6163fb94e84ab1" /><Relationship Type="http://schemas.openxmlformats.org/officeDocument/2006/relationships/slide" Target="/ppt/slides/slide53.xml" Id="Rdbe9dc1f3e154977" /><Relationship Type="http://schemas.openxmlformats.org/officeDocument/2006/relationships/slide" Target="/ppt/slides/slide54.xml" Id="R608a8827343a446e" /><Relationship Type="http://schemas.openxmlformats.org/officeDocument/2006/relationships/slide" Target="/ppt/slides/slide55.xml" Id="R569677f24a54451a" /><Relationship Type="http://schemas.openxmlformats.org/officeDocument/2006/relationships/slide" Target="/ppt/slides/slide56.xml" Id="R462b1157726d45b2" /><Relationship Type="http://schemas.openxmlformats.org/officeDocument/2006/relationships/slide" Target="/ppt/slides/slide57.xml" Id="R0230d31b257d461f" /><Relationship Type="http://schemas.openxmlformats.org/officeDocument/2006/relationships/slide" Target="/ppt/slides/slide58.xml" Id="Rd551cfdba4054879" /><Relationship Type="http://schemas.openxmlformats.org/officeDocument/2006/relationships/slide" Target="/ppt/slides/slide59.xml" Id="R7a1bb5e79f2b4700" /><Relationship Type="http://schemas.openxmlformats.org/officeDocument/2006/relationships/slide" Target="/ppt/slides/slide60.xml" Id="R94efacc3b61d4056" /><Relationship Type="http://schemas.openxmlformats.org/officeDocument/2006/relationships/slide" Target="/ppt/slides/slide61.xml" Id="R4c896bef3658459c" /><Relationship Type="http://schemas.openxmlformats.org/officeDocument/2006/relationships/slide" Target="/ppt/slides/slide62.xml" Id="R1f373e2cf3984b68" /><Relationship Type="http://schemas.openxmlformats.org/officeDocument/2006/relationships/slide" Target="/ppt/slides/slide63.xml" Id="Red40aeedb53f4235" /><Relationship Type="http://schemas.openxmlformats.org/officeDocument/2006/relationships/slide" Target="/ppt/slides/slide64.xml" Id="R871031f934344b16" /><Relationship Type="http://schemas.openxmlformats.org/officeDocument/2006/relationships/slide" Target="/ppt/slides/slide65.xml" Id="R872a29496c37470b" /><Relationship Type="http://schemas.openxmlformats.org/officeDocument/2006/relationships/slide" Target="/ppt/slides/slide66.xml" Id="R1b8a51b4ed1e42ae" /><Relationship Type="http://schemas.openxmlformats.org/officeDocument/2006/relationships/slide" Target="/ppt/slides/slide67.xml" Id="R4f5668ee2d214cbd" /><Relationship Type="http://schemas.openxmlformats.org/officeDocument/2006/relationships/slide" Target="/ppt/slides/slide68.xml" Id="Reeb1b6a6a9174c63" /><Relationship Type="http://schemas.openxmlformats.org/officeDocument/2006/relationships/slide" Target="/ppt/slides/slide69.xml" Id="Rddf1b520c7964d2d" /><Relationship Type="http://schemas.openxmlformats.org/officeDocument/2006/relationships/slide" Target="/ppt/slides/slide70.xml" Id="R7eaf8ecac8554be0" /><Relationship Type="http://schemas.openxmlformats.org/officeDocument/2006/relationships/slide" Target="/ppt/slides/slide71.xml" Id="Raf9a88022039426f" /><Relationship Type="http://schemas.openxmlformats.org/officeDocument/2006/relationships/slide" Target="/ppt/slides/slide72.xml" Id="R445f821f332d4a0e" /><Relationship Type="http://schemas.openxmlformats.org/officeDocument/2006/relationships/slide" Target="/ppt/slides/slide73.xml" Id="R0a61bad707ed45ad" /><Relationship Type="http://schemas.openxmlformats.org/officeDocument/2006/relationships/slide" Target="/ppt/slides/slide74.xml" Id="R96a72d5e35e14f4d" /><Relationship Type="http://schemas.openxmlformats.org/officeDocument/2006/relationships/slide" Target="/ppt/slides/slide75.xml" Id="Rae083beb28d042f9" /><Relationship Type="http://schemas.openxmlformats.org/officeDocument/2006/relationships/slide" Target="/ppt/slides/slide76.xml" Id="Ra7bc538b70964b9e" /><Relationship Type="http://schemas.openxmlformats.org/officeDocument/2006/relationships/slide" Target="/ppt/slides/slide77.xml" Id="Raf2182387f174c30" /><Relationship Type="http://schemas.openxmlformats.org/officeDocument/2006/relationships/slide" Target="/ppt/slides/slide78.xml" Id="R71d6096bbbc14f10" /><Relationship Type="http://schemas.openxmlformats.org/officeDocument/2006/relationships/slide" Target="/ppt/slides/slide79.xml" Id="R8385231fc51043f5" /><Relationship Type="http://schemas.openxmlformats.org/officeDocument/2006/relationships/slide" Target="/ppt/slides/slide80.xml" Id="Re833708acb594c77" /><Relationship Type="http://schemas.openxmlformats.org/officeDocument/2006/relationships/slide" Target="/ppt/slides/slide81.xml" Id="R67876ebce937404c" /><Relationship Type="http://schemas.openxmlformats.org/officeDocument/2006/relationships/slide" Target="/ppt/slides/slide82.xml" Id="R57f28c6a046545f1" /><Relationship Type="http://schemas.openxmlformats.org/officeDocument/2006/relationships/slide" Target="/ppt/slides/slide83.xml" Id="R74bfa6b562f64e5d" /><Relationship Type="http://schemas.openxmlformats.org/officeDocument/2006/relationships/slide" Target="/ppt/slides/slide84.xml" Id="R45b0c4e1e3a84eef" /><Relationship Type="http://schemas.openxmlformats.org/officeDocument/2006/relationships/slide" Target="/ppt/slides/slide85.xml" Id="R61ea14ff34104c37" /><Relationship Type="http://schemas.openxmlformats.org/officeDocument/2006/relationships/slide" Target="/ppt/slides/slide86.xml" Id="Rf963da6c77cb4cc3" /><Relationship Type="http://schemas.openxmlformats.org/officeDocument/2006/relationships/slide" Target="/ppt/slides/slide87.xml" Id="R874d27fe8edd4624" /><Relationship Type="http://schemas.openxmlformats.org/officeDocument/2006/relationships/slide" Target="/ppt/slides/slide88.xml" Id="Ra2c33bb6eb564575" /><Relationship Type="http://schemas.openxmlformats.org/officeDocument/2006/relationships/slide" Target="/ppt/slides/slide89.xml" Id="R360b4f9f067e4717" /><Relationship Type="http://schemas.openxmlformats.org/officeDocument/2006/relationships/slide" Target="/ppt/slides/slide90.xml" Id="Rc0193ac7a09340bc" /><Relationship Type="http://schemas.openxmlformats.org/officeDocument/2006/relationships/slide" Target="/ppt/slides/slide91.xml" Id="R0b822bf302774eee" /><Relationship Type="http://schemas.openxmlformats.org/officeDocument/2006/relationships/slide" Target="/ppt/slides/slide92.xml" Id="Ra71b938ceac841e1" /><Relationship Type="http://schemas.openxmlformats.org/officeDocument/2006/relationships/slide" Target="/ppt/slides/slide93.xml" Id="R00e8d85b0f594d48" /><Relationship Type="http://schemas.openxmlformats.org/officeDocument/2006/relationships/slide" Target="/ppt/slides/slide94.xml" Id="Racf97451d07f4cff" /><Relationship Type="http://schemas.openxmlformats.org/officeDocument/2006/relationships/slide" Target="/ppt/slides/slide95.xml" Id="R69bff3eb790e4834" /><Relationship Type="http://schemas.openxmlformats.org/officeDocument/2006/relationships/slide" Target="/ppt/slides/slide96.xml" Id="R2eee7efab74146c7" /><Relationship Type="http://schemas.openxmlformats.org/officeDocument/2006/relationships/slide" Target="/ppt/slides/slide97.xml" Id="Rc946523274f94aeb" /><Relationship Type="http://schemas.openxmlformats.org/officeDocument/2006/relationships/slide" Target="/ppt/slides/slide98.xml" Id="Rc2c030d565d940ad" /><Relationship Type="http://schemas.openxmlformats.org/officeDocument/2006/relationships/slide" Target="/ppt/slides/slide99.xml" Id="Rcb691f8f762048f7" /><Relationship Type="http://schemas.openxmlformats.org/officeDocument/2006/relationships/slide" Target="/ppt/slides/slide100.xml" Id="R1e05ab01e3a54a61" /><Relationship Type="http://schemas.openxmlformats.org/officeDocument/2006/relationships/slide" Target="/ppt/slides/slide101.xml" Id="R917068740c4544b2" /><Relationship Type="http://schemas.openxmlformats.org/officeDocument/2006/relationships/slide" Target="/ppt/slides/slide102.xml" Id="Rf3c71248c2dc4354" /><Relationship Type="http://schemas.openxmlformats.org/officeDocument/2006/relationships/slide" Target="/ppt/slides/slide103.xml" Id="Rb2984f29ab1c4c1b" /><Relationship Type="http://schemas.openxmlformats.org/officeDocument/2006/relationships/slide" Target="/ppt/slides/slide104.xml" Id="R45589d2f587849fc" /><Relationship Type="http://schemas.openxmlformats.org/officeDocument/2006/relationships/slide" Target="/ppt/slides/slide105.xml" Id="R0ae97489dfae40c2" /><Relationship Type="http://schemas.openxmlformats.org/officeDocument/2006/relationships/slide" Target="/ppt/slides/slide106.xml" Id="Re8bd5a61ed6448f4" /><Relationship Type="http://schemas.openxmlformats.org/officeDocument/2006/relationships/slide" Target="/ppt/slides/slide107.xml" Id="R76ac2a17ce5846ba" /><Relationship Type="http://schemas.openxmlformats.org/officeDocument/2006/relationships/slide" Target="/ppt/slides/slide108.xml" Id="Ra2400945916143f5" /><Relationship Type="http://schemas.openxmlformats.org/officeDocument/2006/relationships/slide" Target="/ppt/slides/slide109.xml" Id="Rab656c3c5f03470b" /><Relationship Type="http://schemas.openxmlformats.org/officeDocument/2006/relationships/slide" Target="/ppt/slides/slide110.xml" Id="R07a16dd9344349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a3b55e2d5b44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31a717753c465f" /><Relationship Type="http://schemas.openxmlformats.org/officeDocument/2006/relationships/notesMaster" Target="/ppt/notesMasters/notesMaster1.xml" Id="R2823ebec9d7643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283d5358244560" /><Relationship Type="http://schemas.openxmlformats.org/officeDocument/2006/relationships/notesMaster" Target="/ppt/notesMasters/notesMaster1.xml" Id="R81015b3afafc42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08bde743a542dd" /><Relationship Type="http://schemas.openxmlformats.org/officeDocument/2006/relationships/notesMaster" Target="/ppt/notesMasters/notesMaster1.xml" Id="Rffc10c12fa9040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4d2655abcd42c5" /><Relationship Type="http://schemas.openxmlformats.org/officeDocument/2006/relationships/notesMaster" Target="/ppt/notesMasters/notesMaster1.xml" Id="R50568cbdd0b841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a89ebde4d7471f" /><Relationship Type="http://schemas.openxmlformats.org/officeDocument/2006/relationships/notesMaster" Target="/ppt/notesMasters/notesMaster1.xml" Id="Rc4dec7e0703e44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5a5e7cc71540ce" /><Relationship Type="http://schemas.openxmlformats.org/officeDocument/2006/relationships/notesMaster" Target="/ppt/notesMasters/notesMaster1.xml" Id="R1c5d3af11f684c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6649b6270442d2" /><Relationship Type="http://schemas.openxmlformats.org/officeDocument/2006/relationships/notesMaster" Target="/ppt/notesMasters/notesMaster1.xml" Id="Rff2980bbfad545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2579bf1cdb45e7" /><Relationship Type="http://schemas.openxmlformats.org/officeDocument/2006/relationships/notesMaster" Target="/ppt/notesMasters/notesMaster1.xml" Id="R0e0185fe093a49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e9af7946d142fd" /><Relationship Type="http://schemas.openxmlformats.org/officeDocument/2006/relationships/notesMaster" Target="/ppt/notesMasters/notesMaster1.xml" Id="R5b46ad859b8f44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0b3a3ef55d48de" /><Relationship Type="http://schemas.openxmlformats.org/officeDocument/2006/relationships/notesMaster" Target="/ppt/notesMasters/notesMaster1.xml" Id="R6e020313bfb349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4fc3f3f065429d" /><Relationship Type="http://schemas.openxmlformats.org/officeDocument/2006/relationships/notesMaster" Target="/ppt/notesMasters/notesMaster1.xml" Id="R1f322d98257b49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15982e69be41b1" /><Relationship Type="http://schemas.openxmlformats.org/officeDocument/2006/relationships/notesMaster" Target="/ppt/notesMasters/notesMaster1.xml" Id="Rd1aed84885a841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9948943b114271" /><Relationship Type="http://schemas.openxmlformats.org/officeDocument/2006/relationships/notesMaster" Target="/ppt/notesMasters/notesMaster1.xml" Id="Rc0ba57e3f2444d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265d06334f4954" /><Relationship Type="http://schemas.openxmlformats.org/officeDocument/2006/relationships/notesMaster" Target="/ppt/notesMasters/notesMaster1.xml" Id="R4f2846d2f64141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0c2cb9fb8774a94" /><Relationship Type="http://schemas.openxmlformats.org/officeDocument/2006/relationships/notesMaster" Target="/ppt/notesMasters/notesMaster1.xml" Id="R35184f893d40417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5daa3ce3a3f474f" /><Relationship Type="http://schemas.openxmlformats.org/officeDocument/2006/relationships/notesMaster" Target="/ppt/notesMasters/notesMaster1.xml" Id="R7ca40d88f0ac442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cc05db665a433d" /><Relationship Type="http://schemas.openxmlformats.org/officeDocument/2006/relationships/notesMaster" Target="/ppt/notesMasters/notesMaster1.xml" Id="R5560c0369ded45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86563afa4f4eb3" /><Relationship Type="http://schemas.openxmlformats.org/officeDocument/2006/relationships/notesMaster" Target="/ppt/notesMasters/notesMaster1.xml" Id="R07a3ffa217f14a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6ad88c02fb14196" /><Relationship Type="http://schemas.openxmlformats.org/officeDocument/2006/relationships/notesMaster" Target="/ppt/notesMasters/notesMaster1.xml" Id="R5aa51d3b4a0d463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359ab323a5144b0" /><Relationship Type="http://schemas.openxmlformats.org/officeDocument/2006/relationships/notesMaster" Target="/ppt/notesMasters/notesMaster1.xml" Id="R03a1a3ddb84f4dd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a8814b232b04f2e" /><Relationship Type="http://schemas.openxmlformats.org/officeDocument/2006/relationships/notesMaster" Target="/ppt/notesMasters/notesMaster1.xml" Id="Raeecec63c695411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01c2645b80d4afa" /><Relationship Type="http://schemas.openxmlformats.org/officeDocument/2006/relationships/notesMaster" Target="/ppt/notesMasters/notesMaster1.xml" Id="R0938fc0b4195471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0afd14abeca4662" /><Relationship Type="http://schemas.openxmlformats.org/officeDocument/2006/relationships/notesMaster" Target="/ppt/notesMasters/notesMaster1.xml" Id="R22415b6e1f1b49d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0f65271bff14975" /><Relationship Type="http://schemas.openxmlformats.org/officeDocument/2006/relationships/notesMaster" Target="/ppt/notesMasters/notesMaster1.xml" Id="R15786989fc82431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f3a695145a342fe" /><Relationship Type="http://schemas.openxmlformats.org/officeDocument/2006/relationships/notesMaster" Target="/ppt/notesMasters/notesMaster1.xml" Id="R9902093e4526439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698ef0d37324dde" /><Relationship Type="http://schemas.openxmlformats.org/officeDocument/2006/relationships/notesMaster" Target="/ppt/notesMasters/notesMaster1.xml" Id="Rb83e6a4ae97c429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e37cd8abe1048df" /><Relationship Type="http://schemas.openxmlformats.org/officeDocument/2006/relationships/notesMaster" Target="/ppt/notesMasters/notesMaster1.xml" Id="R84e6b619d66b42b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50550805d3f4dff" /><Relationship Type="http://schemas.openxmlformats.org/officeDocument/2006/relationships/notesMaster" Target="/ppt/notesMasters/notesMaster1.xml" Id="R2fe3329af50b451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5287dca8c2b4749" /><Relationship Type="http://schemas.openxmlformats.org/officeDocument/2006/relationships/notesMaster" Target="/ppt/notesMasters/notesMaster1.xml" Id="R364bed6092b7418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164d044b23b40e9" /><Relationship Type="http://schemas.openxmlformats.org/officeDocument/2006/relationships/notesMaster" Target="/ppt/notesMasters/notesMaster1.xml" Id="R5d2a088e02b94c2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689718f442942a8" /><Relationship Type="http://schemas.openxmlformats.org/officeDocument/2006/relationships/notesMaster" Target="/ppt/notesMasters/notesMaster1.xml" Id="R018a449ac8a74a1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e3d47f23a5f4bd9" /><Relationship Type="http://schemas.openxmlformats.org/officeDocument/2006/relationships/notesMaster" Target="/ppt/notesMasters/notesMaster1.xml" Id="R3f49a037bab34cc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21b17215cfc46d6" /><Relationship Type="http://schemas.openxmlformats.org/officeDocument/2006/relationships/notesMaster" Target="/ppt/notesMasters/notesMaster1.xml" Id="R25ed146f85cf4c7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1a376d53f6f42c7" /><Relationship Type="http://schemas.openxmlformats.org/officeDocument/2006/relationships/notesMaster" Target="/ppt/notesMasters/notesMaster1.xml" Id="Ra55a7a031f7544f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6d82f5e004744fd" /><Relationship Type="http://schemas.openxmlformats.org/officeDocument/2006/relationships/notesMaster" Target="/ppt/notesMasters/notesMaster1.xml" Id="R1f922a403b9c4cc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b0feb972fd44ab3" /><Relationship Type="http://schemas.openxmlformats.org/officeDocument/2006/relationships/notesMaster" Target="/ppt/notesMasters/notesMaster1.xml" Id="R093002138fd745d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c1fe5a8360e4e91" /><Relationship Type="http://schemas.openxmlformats.org/officeDocument/2006/relationships/notesMaster" Target="/ppt/notesMasters/notesMaster1.xml" Id="R8aa5c05922b34ae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d014e8781d44846" /><Relationship Type="http://schemas.openxmlformats.org/officeDocument/2006/relationships/notesMaster" Target="/ppt/notesMasters/notesMaster1.xml" Id="R9272d82746154f7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408f509415945ff" /><Relationship Type="http://schemas.openxmlformats.org/officeDocument/2006/relationships/notesMaster" Target="/ppt/notesMasters/notesMaster1.xml" Id="Rbf3470f96dd6462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f64d79c46f3447b" /><Relationship Type="http://schemas.openxmlformats.org/officeDocument/2006/relationships/notesMaster" Target="/ppt/notesMasters/notesMaster1.xml" Id="Rca59e3ff036b419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4cac1f01ade421e" /><Relationship Type="http://schemas.openxmlformats.org/officeDocument/2006/relationships/notesMaster" Target="/ppt/notesMasters/notesMaster1.xml" Id="R94d8465eb6a8453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ea0929c0c6144d5" /><Relationship Type="http://schemas.openxmlformats.org/officeDocument/2006/relationships/notesMaster" Target="/ppt/notesMasters/notesMaster1.xml" Id="Rd4ccd436eb88460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e818dff36ed4754" /><Relationship Type="http://schemas.openxmlformats.org/officeDocument/2006/relationships/notesMaster" Target="/ppt/notesMasters/notesMaster1.xml" Id="Rb0e5e1e2114b479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0eddfa370374738" /><Relationship Type="http://schemas.openxmlformats.org/officeDocument/2006/relationships/notesMaster" Target="/ppt/notesMasters/notesMaster1.xml" Id="R8ab072207da3409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eda0662a5634e7d" /><Relationship Type="http://schemas.openxmlformats.org/officeDocument/2006/relationships/notesMaster" Target="/ppt/notesMasters/notesMaster1.xml" Id="R70c48cdebcb1409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01c20bbcd3a433e" /><Relationship Type="http://schemas.openxmlformats.org/officeDocument/2006/relationships/notesMaster" Target="/ppt/notesMasters/notesMaster1.xml" Id="R7df2b163e7b947a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ba64f0b0e6a4430" /><Relationship Type="http://schemas.openxmlformats.org/officeDocument/2006/relationships/notesMaster" Target="/ppt/notesMasters/notesMaster1.xml" Id="R05451d376cc140b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557357503d448d0" /><Relationship Type="http://schemas.openxmlformats.org/officeDocument/2006/relationships/notesMaster" Target="/ppt/notesMasters/notesMaster1.xml" Id="R3c1e0068f7f946f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6ee6dd66a60410b" /><Relationship Type="http://schemas.openxmlformats.org/officeDocument/2006/relationships/notesMaster" Target="/ppt/notesMasters/notesMaster1.xml" Id="R0caf282cc86041b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3338fe40c3d492a" /><Relationship Type="http://schemas.openxmlformats.org/officeDocument/2006/relationships/notesMaster" Target="/ppt/notesMasters/notesMaster1.xml" Id="Raaaa855bab70411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887ea353d744550" /><Relationship Type="http://schemas.openxmlformats.org/officeDocument/2006/relationships/notesMaster" Target="/ppt/notesMasters/notesMaster1.xml" Id="R3c342a3b007c4f6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3a054aa8c5e4b1b" /><Relationship Type="http://schemas.openxmlformats.org/officeDocument/2006/relationships/notesMaster" Target="/ppt/notesMasters/notesMaster1.xml" Id="R43f5ed224f0c4d1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40444172a9d424a" /><Relationship Type="http://schemas.openxmlformats.org/officeDocument/2006/relationships/notesMaster" Target="/ppt/notesMasters/notesMaster1.xml" Id="R3f18c98326974316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c2d7ddb51db4e0e" /><Relationship Type="http://schemas.openxmlformats.org/officeDocument/2006/relationships/notesMaster" Target="/ppt/notesMasters/notesMaster1.xml" Id="Rb5298d34a788491e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6551b53b1ab4972" /><Relationship Type="http://schemas.openxmlformats.org/officeDocument/2006/relationships/notesMaster" Target="/ppt/notesMasters/notesMaster1.xml" Id="R0216cd67e967445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d63844e98114caf" /><Relationship Type="http://schemas.openxmlformats.org/officeDocument/2006/relationships/notesMaster" Target="/ppt/notesMasters/notesMaster1.xml" Id="R93527a783801484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64e37d2e13c4141" /><Relationship Type="http://schemas.openxmlformats.org/officeDocument/2006/relationships/notesMaster" Target="/ppt/notesMasters/notesMaster1.xml" Id="R1af4453866504962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12ab71de5ca04601" /><Relationship Type="http://schemas.openxmlformats.org/officeDocument/2006/relationships/notesMaster" Target="/ppt/notesMasters/notesMaster1.xml" Id="R5fa235a3905a4c1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ef35af4c07854ea2" /><Relationship Type="http://schemas.openxmlformats.org/officeDocument/2006/relationships/notesMaster" Target="/ppt/notesMasters/notesMaster1.xml" Id="R4b4e829e1606428b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f2b2bad34aba4fb1" /><Relationship Type="http://schemas.openxmlformats.org/officeDocument/2006/relationships/notesMaster" Target="/ppt/notesMasters/notesMaster1.xml" Id="Rc01623dcc873433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37a2eaf797774e6b" /><Relationship Type="http://schemas.openxmlformats.org/officeDocument/2006/relationships/notesMaster" Target="/ppt/notesMasters/notesMaster1.xml" Id="R40905f46c6344c3f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12b6cf6cf4e54765" /><Relationship Type="http://schemas.openxmlformats.org/officeDocument/2006/relationships/notesMaster" Target="/ppt/notesMasters/notesMaster1.xml" Id="R53dc919bdb7f4226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32876cccba174fba" /><Relationship Type="http://schemas.openxmlformats.org/officeDocument/2006/relationships/notesMaster" Target="/ppt/notesMasters/notesMaster1.xml" Id="R863c11cba0e94504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485e5afd1156429b" /><Relationship Type="http://schemas.openxmlformats.org/officeDocument/2006/relationships/notesMaster" Target="/ppt/notesMasters/notesMaster1.xml" Id="R824d7b4527ab4d95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ba959907cf584d0f" /><Relationship Type="http://schemas.openxmlformats.org/officeDocument/2006/relationships/notesMaster" Target="/ppt/notesMasters/notesMaster1.xml" Id="R7f569484cca64fd0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ede3b61c88564075" /><Relationship Type="http://schemas.openxmlformats.org/officeDocument/2006/relationships/notesMaster" Target="/ppt/notesMasters/notesMaster1.xml" Id="R9857201741ad4231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33d769ce6bf94f61" /><Relationship Type="http://schemas.openxmlformats.org/officeDocument/2006/relationships/notesMaster" Target="/ppt/notesMasters/notesMaster1.xml" Id="R59b2a529eaf647f2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d842e668e5484eda" /><Relationship Type="http://schemas.openxmlformats.org/officeDocument/2006/relationships/notesMaster" Target="/ppt/notesMasters/notesMaster1.xml" Id="R983992e84059479e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86b367f3bc954e87" /><Relationship Type="http://schemas.openxmlformats.org/officeDocument/2006/relationships/notesMaster" Target="/ppt/notesMasters/notesMaster1.xml" Id="R920caaa12ef54c01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77faa09f54774fce" /><Relationship Type="http://schemas.openxmlformats.org/officeDocument/2006/relationships/notesMaster" Target="/ppt/notesMasters/notesMaster1.xml" Id="R9c16b1fb837e4474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6bc2b080ce014740" /><Relationship Type="http://schemas.openxmlformats.org/officeDocument/2006/relationships/notesMaster" Target="/ppt/notesMasters/notesMaster1.xml" Id="Rf783f743e5a24c40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e3f6a48c8510469b" /><Relationship Type="http://schemas.openxmlformats.org/officeDocument/2006/relationships/notesMaster" Target="/ppt/notesMasters/notesMaster1.xml" Id="R58113b2630d7466c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f17d4234785f4065" /><Relationship Type="http://schemas.openxmlformats.org/officeDocument/2006/relationships/notesMaster" Target="/ppt/notesMasters/notesMaster1.xml" Id="Refccbb9befce4910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2b6b9a9a94d64df4" /><Relationship Type="http://schemas.openxmlformats.org/officeDocument/2006/relationships/notesMaster" Target="/ppt/notesMasters/notesMaster1.xml" Id="Rc1b27ac4b1ab4e55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0dd1abc4cdcd453a" /><Relationship Type="http://schemas.openxmlformats.org/officeDocument/2006/relationships/notesMaster" Target="/ppt/notesMasters/notesMaster1.xml" Id="R5f80a6daecef4b79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c7947917e1654092" /><Relationship Type="http://schemas.openxmlformats.org/officeDocument/2006/relationships/notesMaster" Target="/ppt/notesMasters/notesMaster1.xml" Id="Rcb32029a8566471b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6f36aa8b5ca845e6" /><Relationship Type="http://schemas.openxmlformats.org/officeDocument/2006/relationships/notesMaster" Target="/ppt/notesMasters/notesMaster1.xml" Id="R3c508c0f9b5a4cea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21d85933eea3490f" /><Relationship Type="http://schemas.openxmlformats.org/officeDocument/2006/relationships/notesMaster" Target="/ppt/notesMasters/notesMaster1.xml" Id="R133dc08e29b44bbf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8e44c12300584781" /><Relationship Type="http://schemas.openxmlformats.org/officeDocument/2006/relationships/notesMaster" Target="/ppt/notesMasters/notesMaster1.xml" Id="R3bcf7696b5da4d24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36bdfcf86e65489e" /><Relationship Type="http://schemas.openxmlformats.org/officeDocument/2006/relationships/notesMaster" Target="/ppt/notesMasters/notesMaster1.xml" Id="R5c9008d979f64ed2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9c7de6524a41422f" /><Relationship Type="http://schemas.openxmlformats.org/officeDocument/2006/relationships/notesMaster" Target="/ppt/notesMasters/notesMaster1.xml" Id="Ra930344bd0de4f86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82487dd7053045f3" /><Relationship Type="http://schemas.openxmlformats.org/officeDocument/2006/relationships/notesMaster" Target="/ppt/notesMasters/notesMaster1.xml" Id="R5b89025201154a4d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3656f2383b1e4b34" /><Relationship Type="http://schemas.openxmlformats.org/officeDocument/2006/relationships/notesMaster" Target="/ppt/notesMasters/notesMaster1.xml" Id="R2ced40db7e754831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ce8d852850074d02" /><Relationship Type="http://schemas.openxmlformats.org/officeDocument/2006/relationships/notesMaster" Target="/ppt/notesMasters/notesMaster1.xml" Id="R74600a388e7d4b83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0a4666026f1c4802" /><Relationship Type="http://schemas.openxmlformats.org/officeDocument/2006/relationships/notesMaster" Target="/ppt/notesMasters/notesMaster1.xml" Id="Rbfa0327374d54b6b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5b02c55031194d6f" /><Relationship Type="http://schemas.openxmlformats.org/officeDocument/2006/relationships/notesMaster" Target="/ppt/notesMasters/notesMaster1.xml" Id="R6e463c221fbd4bd0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05fa8bb39fd34163" /><Relationship Type="http://schemas.openxmlformats.org/officeDocument/2006/relationships/notesMaster" Target="/ppt/notesMasters/notesMaster1.xml" Id="R9fccfa6c890440a7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e9fdbd5596ac4a4e" /><Relationship Type="http://schemas.openxmlformats.org/officeDocument/2006/relationships/notesMaster" Target="/ppt/notesMasters/notesMaster1.xml" Id="Ra15ec93b5d954656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19f4fc4d34f441dd" /><Relationship Type="http://schemas.openxmlformats.org/officeDocument/2006/relationships/notesMaster" Target="/ppt/notesMasters/notesMaster1.xml" Id="Ree5aef351a3e4f02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5c5228b1af064b8e" /><Relationship Type="http://schemas.openxmlformats.org/officeDocument/2006/relationships/notesMaster" Target="/ppt/notesMasters/notesMaster1.xml" Id="R119a8d6240ef4ac8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ca4bc2a0f31a4e5c" /><Relationship Type="http://schemas.openxmlformats.org/officeDocument/2006/relationships/notesMaster" Target="/ppt/notesMasters/notesMaster1.xml" Id="Rceb1df19f8fc42d5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0d0fa2cf27dc4eef" /><Relationship Type="http://schemas.openxmlformats.org/officeDocument/2006/relationships/notesMaster" Target="/ppt/notesMasters/notesMaster1.xml" Id="R9cec528968f2428d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cec2bf54c1af40e8" /><Relationship Type="http://schemas.openxmlformats.org/officeDocument/2006/relationships/notesMaster" Target="/ppt/notesMasters/notesMaster1.xml" Id="Redc3b31b23814190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8991f6298a28456b" /><Relationship Type="http://schemas.openxmlformats.org/officeDocument/2006/relationships/notesMaster" Target="/ppt/notesMasters/notesMaster1.xml" Id="R4b46c8e4fb4c49cf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462cfbff5e1b489b" /><Relationship Type="http://schemas.openxmlformats.org/officeDocument/2006/relationships/notesMaster" Target="/ppt/notesMasters/notesMaster1.xml" Id="R3e802d042b1d40ef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8869080804a0415b" /><Relationship Type="http://schemas.openxmlformats.org/officeDocument/2006/relationships/notesMaster" Target="/ppt/notesMasters/notesMaster1.xml" Id="Rc18c892380b24671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6b3e6abaad9948a3" /><Relationship Type="http://schemas.openxmlformats.org/officeDocument/2006/relationships/notesMaster" Target="/ppt/notesMasters/notesMaster1.xml" Id="R0fdc80e296db4559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9e027afa8e2d4618" /><Relationship Type="http://schemas.openxmlformats.org/officeDocument/2006/relationships/notesMaster" Target="/ppt/notesMasters/notesMaster1.xml" Id="Ra7bcbd7b8ec84149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7d9c4643c7d74d37" /><Relationship Type="http://schemas.openxmlformats.org/officeDocument/2006/relationships/notesMaster" Target="/ppt/notesMasters/notesMaster1.xml" Id="R5f57633da0e849e7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a85e72dbb0c2495d" /><Relationship Type="http://schemas.openxmlformats.org/officeDocument/2006/relationships/notesMaster" Target="/ppt/notesMasters/notesMaster1.xml" Id="R95da2708a8584498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e79ed26fbc604160" /><Relationship Type="http://schemas.openxmlformats.org/officeDocument/2006/relationships/notesMaster" Target="/ppt/notesMasters/notesMaster1.xml" Id="R4a5397e6dc1445e4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e3da0385cd9c4e94" /><Relationship Type="http://schemas.openxmlformats.org/officeDocument/2006/relationships/notesMaster" Target="/ppt/notesMasters/notesMaster1.xml" Id="R930245bef1ba42ba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526d0db2646a4a19" /><Relationship Type="http://schemas.openxmlformats.org/officeDocument/2006/relationships/notesMaster" Target="/ppt/notesMasters/notesMaster1.xml" Id="R9056c5e6a0b749b3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775b1d7416824837" /><Relationship Type="http://schemas.openxmlformats.org/officeDocument/2006/relationships/notesMaster" Target="/ppt/notesMasters/notesMaster1.xml" Id="Raa71f9317bcd4e85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0915f17748c84801" /><Relationship Type="http://schemas.openxmlformats.org/officeDocument/2006/relationships/notesMaster" Target="/ppt/notesMasters/notesMaster1.xml" Id="R4c17d5927898418e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9762e20399734ae3" /><Relationship Type="http://schemas.openxmlformats.org/officeDocument/2006/relationships/notesMaster" Target="/ppt/notesMasters/notesMaster1.xml" Id="Re9ae3c3137a94a64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e1dd31d6e5804ba9" /><Relationship Type="http://schemas.openxmlformats.org/officeDocument/2006/relationships/notesMaster" Target="/ppt/notesMasters/notesMaster1.xml" Id="Rf21949959ac64b43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88ba427e477a4406" /><Relationship Type="http://schemas.openxmlformats.org/officeDocument/2006/relationships/notesMaster" Target="/ppt/notesMasters/notesMaster1.xml" Id="Rd0242a76a6644d22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a4be033b04744298" /><Relationship Type="http://schemas.openxmlformats.org/officeDocument/2006/relationships/notesMaster" Target="/ppt/notesMasters/notesMaster1.xml" Id="R99a045d38ee1419e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01b310834bb9467b" /><Relationship Type="http://schemas.openxmlformats.org/officeDocument/2006/relationships/notesMaster" Target="/ppt/notesMasters/notesMaster1.xml" Id="R45912cca5c374d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ガラスプレート昇降装置</a:t>
            </a:r>
          </a:p>
          <a:p xmlns:a="http://schemas.openxmlformats.org/drawingml/2006/main">
            <a:r>
              <a:t>最終更新日：2026年9月15日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この説明書の読み方</a:t>
            </a:r>
          </a:p>
          <a:p xmlns:a="http://schemas.openxmlformats.org/drawingml/2006/main">
            <a:r>
              <a:t>寸法の単位はmm。図中の金色は黄銅ナット・インサート、銀色はねじなどの金属部品。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完成時の向きと高さ</a:t>
            </a:r>
          </a:p>
          <a:p xmlns:a="http://schemas.openxmlformats.org/drawingml/2006/main">
            <a:r>
              <a:t>実験台の上面から測る。移動量は68 mm。実機ではスイッチの復帰位置で合わせる。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どの順番で組むか</a:t>
            </a:r>
          </a:p>
          <a:p xmlns:a="http://schemas.openxmlformats.org/drawingml/2006/main">
            <a:r>
              <a:t>先にインサートを入れる。軸まわりを組んだ後にキャリアとホルダーを取り付ける。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装置の構成と寸法</a:t>
            </a:r>
          </a:p>
          <a:p xmlns:a="http://schemas.openxmlformats.org/drawingml/2006/main">
            <a:r>
              <a:t>ガラス50×50×2.3 mm、ホルダー溝2.9 mm。機械ストップとリミットを両方使う。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印刷部品の照合：ベースと駆動部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印刷部品の照合：電子箱の6枚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印刷部品の照合：可動部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機構部品：回転を上下動へ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機構部品：軸と直進の案内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小さな部品も役割を確認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検出・制御・ガラス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電源を受ける部品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ヒューズと電線の中継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端末を作る部品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USB・ナット・インサート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ねじは「首下の長さ」で選ぶ</a:t>
            </a:r>
          </a:p>
          <a:p xmlns:a="http://schemas.openxmlformats.org/drawingml/2006/main">
            <a:r>
              <a:t>六角穴付きねじセット B0GVD68M67</a:t>
            </a:r>
          </a:p>
          <a:p xmlns:a="http://schemas.openxmlformats.org/drawingml/2006/main">
            <a:r>
              <a:t>M2・M3・M4は、ねじ部の太さ。袋を分けて並べる。</a:t>
            </a:r>
          </a:p>
          <a:p xmlns:a="http://schemas.openxmlformats.org/drawingml/2006/main">
            <a:r>
              <a:t>×12などの長さは、頭を含めず首下から先端まで測る。</a:t>
            </a:r>
          </a:p>
          <a:p xmlns:a="http://schemas.openxmlformats.org/drawingml/2006/main">
            <a:r>
              <a:t>座金や長いねじを勝手に足さず、次の表の組合せを使う。</a:t>
            </a:r>
          </a:p>
          <a:p xmlns:a="http://schemas.openxmlformats.org/drawingml/2006/main">
            <a:r>
              <a:t>頭の形・六角レンチのサイズも現物と合わせる。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機構に使うねじ・ナット</a:t>
            </a:r>
          </a:p>
          <a:p xmlns:a="http://schemas.openxmlformats.org/drawingml/2006/main">
            <a:r>
              <a:t>レール付属M2×6はフレーム固定に使わない。精密シムを普通の座金へ置き換えない。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キャリア3部品をつなぐねじ</a:t>
            </a:r>
          </a:p>
          <a:p xmlns:a="http://schemas.openxmlformats.org/drawingml/2006/main">
            <a:r>
              <a:t>黄銅ナット取付板 → レール取付板 → ブロック、接続腕 → 黄銅ナット取付板を図で確認する。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ガラス保持・基板・ベースのねじ</a:t>
            </a:r>
          </a:p>
          <a:p xmlns:a="http://schemas.openxmlformats.org/drawingml/2006/main">
            <a:r>
              <a:t>USLL6の支持ねじ3本は購入部品。M3の六角ナットで固定する。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電子箱を組むねじは16本</a:t>
            </a:r>
          </a:p>
          <a:p xmlns:a="http://schemas.openxmlformats.org/drawingml/2006/main">
            <a:r>
              <a:t>固定ねじの合計にUSLL6の一体ねじは含めない。普通の座金は使わない。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機構のインサート：4部品へ8個</a:t>
            </a:r>
          </a:p>
          <a:p xmlns:a="http://schemas.openxmlformats.org/drawingml/2006/main">
            <a:r>
              <a:t>すべてM3、外径4.6 × 長さ5.7 mm。採用した下穴はφ4.2 mm。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電子箱のインサート：3部品へ18個</a:t>
            </a:r>
          </a:p>
          <a:p xmlns:a="http://schemas.openxmlformats.org/drawingml/2006/main">
            <a:r>
              <a:t>底板・天板・電源側板・ベースには入れない。電子箱の下穴は深さ7.3 mm。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駆動フレーム下端に2個</a:t>
            </a:r>
          </a:p>
          <a:p xmlns:a="http://schemas.openxmlformats.org/drawingml/2006/main">
            <a:r>
              <a:t>駆動フレーム ／ M3インサート ×2</a:t>
            </a:r>
          </a:p>
          <a:p xmlns:a="http://schemas.openxmlformats.org/drawingml/2006/main">
            <a:r>
              <a:t>ベースと接する、下端の側面にある2穴を探す。</a:t>
            </a:r>
          </a:p>
          <a:p xmlns:a="http://schemas.openxmlformats.org/drawingml/2006/main">
            <a:r>
              <a:t>2穴とも同じ側から圧入し、入口を面とそろえる。</a:t>
            </a:r>
          </a:p>
          <a:p xmlns:a="http://schemas.openxmlformats.org/drawingml/2006/main">
            <a:r>
              <a:t>この面をベースの取付壁へ合わせ、外側からM3×12で固定する。</a:t>
            </a:r>
          </a:p>
          <a:p xmlns:a="http://schemas.openxmlformats.org/drawingml/2006/main">
            <a:r>
              <a:t>電子箱の固定ねじも、ベースの同じ側から入る。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キャリアの取付板へ2個ずつ</a:t>
            </a:r>
          </a:p>
          <a:p xmlns:a="http://schemas.openxmlformats.org/drawingml/2006/main">
            <a:r>
              <a:t>追加するインサートは計4個。接続腕には入れない。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USB側板へ8個：向きを変えて確認</a:t>
            </a:r>
          </a:p>
          <a:p xmlns:a="http://schemas.openxmlformats.org/drawingml/2006/main">
            <a:r>
              <a:t>オレンジの丸が圧入位置。上端・下端は板の端面から、側面は横から入れる。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駆動側板へ8個：USB側板と同じ配置</a:t>
            </a:r>
          </a:p>
          <a:p xmlns:a="http://schemas.openxmlformats.org/drawingml/2006/main">
            <a:r>
              <a:t>中央の大きな配線口でUSB側板と区別する。穴の入口と樹脂面をそろえて圧入する。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ヒューズ側板へベース固定用の2個</a:t>
            </a:r>
          </a:p>
          <a:p xmlns:a="http://schemas.openxmlformats.org/drawingml/2006/main">
            <a:r>
              <a:t>M3インサート ×2</a:t>
            </a:r>
          </a:p>
          <a:p xmlns:a="http://schemas.openxmlformats.org/drawingml/2006/main">
            <a:r>
              <a:t>ヒューズの大きな丸穴の下にある、横並びの2穴を探す。</a:t>
            </a:r>
          </a:p>
          <a:p xmlns:a="http://schemas.openxmlformats.org/drawingml/2006/main">
            <a:r>
              <a:t>平らな外側の面から、内側の厚い受けへ向けて圧入する。</a:t>
            </a:r>
          </a:p>
          <a:p xmlns:a="http://schemas.openxmlformats.org/drawingml/2006/main">
            <a:r>
              <a:t>四隅のM3通し穴は側板固定用。インサートを入れない。</a:t>
            </a:r>
          </a:p>
          <a:p xmlns:a="http://schemas.openxmlformats.org/drawingml/2006/main">
            <a:r>
              <a:t>ベースから入るM3×12を受ける。インサートの入口を外面とそろえる。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ホルダー本体の側面へ2個</a:t>
            </a:r>
          </a:p>
          <a:p xmlns:a="http://schemas.openxmlformats.org/drawingml/2006/main">
            <a:r>
              <a:t>ガラスホルダー本体 ／ M3インサート ×2</a:t>
            </a:r>
          </a:p>
          <a:p xmlns:a="http://schemas.openxmlformats.org/drawingml/2006/main">
            <a:r>
              <a:t>高い柱の側面にある、縦に並ぶ2穴を探す。</a:t>
            </a:r>
          </a:p>
          <a:p xmlns:a="http://schemas.openxmlformats.org/drawingml/2006/main">
            <a:r>
              <a:t>この側面から圧入し、入口を樹脂面とそろえる。</a:t>
            </a:r>
          </a:p>
          <a:p xmlns:a="http://schemas.openxmlformats.org/drawingml/2006/main">
            <a:r>
              <a:t>この面へ接続腕を重ね、反対側からM3×12を2本入れる。</a:t>
            </a:r>
          </a:p>
          <a:p xmlns:a="http://schemas.openxmlformats.org/drawingml/2006/main">
            <a:r>
              <a:t>前枠を留める4か所の六角穴にはM3ナットを入れる。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インサートの圧入と確認</a:t>
            </a:r>
          </a:p>
          <a:p xmlns:a="http://schemas.openxmlformats.org/drawingml/2006/main">
            <a:r>
              <a:t>M3インサート：合計26個（外径4.6、長さ5.7 mm）</a:t>
            </a:r>
          </a:p>
          <a:p xmlns:a="http://schemas.openxmlformats.org/drawingml/2006/main">
            <a:r>
              <a:t>採用したφ4.2 mmの試験片と同じ材料と加熱条件を使う。</a:t>
            </a:r>
          </a:p>
          <a:p xmlns:a="http://schemas.openxmlformats.org/drawingml/2006/main">
            <a:r>
              <a:t>穴の軸に沿ってまっすぐ圧入し、入口を樹脂面とそろえる。</a:t>
            </a:r>
          </a:p>
          <a:p xmlns:a="http://schemas.openxmlformats.org/drawingml/2006/main">
            <a:r>
              <a:t>室温まで冷ましてからM3ねじを入れ、空回りや傾きがないかを確認する。</a:t>
            </a:r>
          </a:p>
          <a:p xmlns:a="http://schemas.openxmlformats.org/drawingml/2006/main">
            <a:r>
              <a:t>位置図と照合し、機構4部品へ8個、箱3部品へ18個。合計26個。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カップリングをモーターへ仮止め</a:t>
            </a:r>
          </a:p>
          <a:p xmlns:a="http://schemas.openxmlformats.org/drawingml/2006/main">
            <a:r>
              <a:t>C-42STM01 ／ CPL16-5-6</a:t>
            </a:r>
          </a:p>
          <a:p xmlns:a="http://schemas.openxmlformats.org/drawingml/2006/main">
            <a:r>
              <a:t>カップリングのφ5穴を下、φ6穴を上へ向ける。</a:t>
            </a:r>
          </a:p>
          <a:p xmlns:a="http://schemas.openxmlformats.org/drawingml/2006/main">
            <a:r>
              <a:t>φ5側をモーター軸へ入れる。下面は取付面から公称11 mm上。</a:t>
            </a:r>
          </a:p>
          <a:p xmlns:a="http://schemas.openxmlformats.org/drawingml/2006/main">
            <a:r>
              <a:t>止めねじを軽く締め、モーターと一緒に持てる状態にする。</a:t>
            </a:r>
          </a:p>
          <a:p xmlns:a="http://schemas.openxmlformats.org/drawingml/2006/main">
            <a:r>
              <a:t>送りねじを入れて芯と軸端の隙間を確認してから本締めする。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モーターとカップリングを一緒に挿入</a:t>
            </a:r>
          </a:p>
          <a:p xmlns:a="http://schemas.openxmlformats.org/drawingml/2006/main">
            <a:r>
              <a:t>配線を背面へ出す。モーターのφ22の出っ張りを、U字開口から通す。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モーターをM3×8で固定</a:t>
            </a:r>
          </a:p>
          <a:p xmlns:a="http://schemas.openxmlformats.org/drawingml/2006/main">
            <a:r>
              <a:t>M3×8 ×4 ／ 2.5 mm L形六角レンチ</a:t>
            </a:r>
          </a:p>
          <a:p xmlns:a="http://schemas.openxmlformats.org/drawingml/2006/main">
            <a:r>
              <a:t>モーター座と軸受座の間の開口から、M3×8を4本入れる。</a:t>
            </a:r>
          </a:p>
          <a:p xmlns:a="http://schemas.openxmlformats.org/drawingml/2006/main">
            <a:r>
              <a:t>ねじ先を座の上へ持ち上げ、穴の上で下ろしてモーターへ掛ける。</a:t>
            </a:r>
          </a:p>
          <a:p xmlns:a="http://schemas.openxmlformats.org/drawingml/2006/main">
            <a:r>
              <a:t>短辺20 mm以下のL形六角レンチを入れ、対角に締める。</a:t>
            </a:r>
          </a:p>
          <a:p xmlns:a="http://schemas.openxmlformats.org/drawingml/2006/main">
            <a:r>
              <a:t>奥の2本には縦溝を使う。ねじ込みは公称4 mm。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軸まわりの順番を先に確認</a:t>
            </a:r>
          </a:p>
          <a:p xmlns:a="http://schemas.openxmlformats.org/drawingml/2006/main">
            <a:r>
              <a:t>φ6の細い軸端を下へ。シム2枚はベアリングの上下に1枚ずつ。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カラーと下シムを上から入れる</a:t>
            </a:r>
          </a:p>
          <a:p xmlns:a="http://schemas.openxmlformats.org/drawingml/2006/main">
            <a:r>
              <a:t>PSCCJ6-5 ×1 ／ CIMR6-12-0.5 ×1</a:t>
            </a:r>
          </a:p>
          <a:p xmlns:a="http://schemas.openxmlformats.org/drawingml/2006/main">
            <a:r>
              <a:t>蓋を外した軸受座から、セットカラーを上から通す。</a:t>
            </a:r>
          </a:p>
          <a:p xmlns:a="http://schemas.openxmlformats.org/drawingml/2006/main">
            <a:r>
              <a:t>カラーをカップリングの上に仮置きし、中央をそろえる。</a:t>
            </a:r>
          </a:p>
          <a:p xmlns:a="http://schemas.openxmlformats.org/drawingml/2006/main">
            <a:r>
              <a:t>カラーの上に厚さ0.5 mmの下シムを置く。</a:t>
            </a:r>
          </a:p>
          <a:p xmlns:a="http://schemas.openxmlformats.org/drawingml/2006/main">
            <a:r>
              <a:t>カラーは軸受座の下のφ12.4 mm部分へ収める。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696ZZを座へ入れる</a:t>
            </a:r>
          </a:p>
          <a:p xmlns:a="http://schemas.openxmlformats.org/drawingml/2006/main">
            <a:r>
              <a:t>696ZZ ×1</a:t>
            </a:r>
          </a:p>
          <a:p xmlns:a="http://schemas.openxmlformats.org/drawingml/2006/main">
            <a:r>
              <a:t>軸受座に残った糸引きやサポートを除く。</a:t>
            </a:r>
          </a:p>
          <a:p xmlns:a="http://schemas.openxmlformats.org/drawingml/2006/main">
            <a:r>
              <a:t>軸受を水平に持ち、外輪の周囲を押して上から入れる。</a:t>
            </a:r>
          </a:p>
          <a:p xmlns:a="http://schemas.openxmlformats.org/drawingml/2006/main">
            <a:r>
              <a:t>軸受が傾かず、内輪が軽く回ることを確かめる。</a:t>
            </a:r>
          </a:p>
          <a:p xmlns:a="http://schemas.openxmlformats.org/drawingml/2006/main">
            <a:r>
              <a:t>軸受座は採用済みφ15.5 mm。強く押して割らない。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上シムと蓋を凹みに収める</a:t>
            </a:r>
          </a:p>
          <a:p xmlns:a="http://schemas.openxmlformats.org/drawingml/2006/main">
            <a:r>
              <a:t>上シム ×1 ／ 軸受押さえ ／ M2×12・M2ナット 各3</a:t>
            </a:r>
          </a:p>
          <a:p xmlns:a="http://schemas.openxmlformats.org/drawingml/2006/main">
            <a:r>
              <a:t>軸受の上に、もう1枚の0.5 mmシムを置く。</a:t>
            </a:r>
          </a:p>
          <a:p xmlns:a="http://schemas.openxmlformats.org/drawingml/2006/main">
            <a:r>
              <a:t>既存の蓋を26.4×26.4 mmの凹みへ入れる。</a:t>
            </a:r>
          </a:p>
          <a:p xmlns:a="http://schemas.openxmlformats.org/drawingml/2006/main">
            <a:r>
              <a:t>座の下面でM2ナットを保持し、上からM2×12を3本締める。</a:t>
            </a:r>
          </a:p>
          <a:p xmlns:a="http://schemas.openxmlformats.org/drawingml/2006/main">
            <a:r>
              <a:t>深さ3.2 mmの凹み。蓋の上面は周囲の縁より1 mm低い。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蓋が収まる深さを確認</a:t>
            </a:r>
          </a:p>
          <a:p xmlns:a="http://schemas.openxmlformats.org/drawingml/2006/main">
            <a:r>
              <a:t>凹み26.4×26.4 mm・深さ3.2 mm。既存の26×26×厚さ2.2 mmの蓋を使う。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送りねじを上から通して固定</a:t>
            </a:r>
          </a:p>
          <a:p xmlns:a="http://schemas.openxmlformats.org/drawingml/2006/main">
            <a:r>
              <a:t>MTSRA8-120-S20-Q6 ／ カップリング・カラーの付属止めねじ</a:t>
            </a:r>
          </a:p>
          <a:p xmlns:a="http://schemas.openxmlformats.org/drawingml/2006/main">
            <a:r>
              <a:t>細いφ6の端を下へ向け、蓋・シム・軸受・カラーへ通す。</a:t>
            </a:r>
          </a:p>
          <a:p xmlns:a="http://schemas.openxmlformats.org/drawingml/2006/main">
            <a:r>
              <a:t>φ6端をカップリング上側へ入れ、軸端間に公称1 mmの隙間を保つ。</a:t>
            </a:r>
          </a:p>
          <a:p xmlns:a="http://schemas.openxmlformats.org/drawingml/2006/main">
            <a:r>
              <a:t>肩・シム・軸受・カラーをそろえ、軽く回る状態で止めねじを締める。</a:t>
            </a:r>
          </a:p>
          <a:p xmlns:a="http://schemas.openxmlformats.org/drawingml/2006/main">
            <a:r>
              <a:t>キャリアを組む前に行う。軸を強く押し付けて締めない。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レールをまっすぐ固定する</a:t>
            </a:r>
          </a:p>
          <a:p xmlns:a="http://schemas.openxmlformats.org/drawingml/2006/main">
            <a:r>
              <a:t>SSEB8-100 ×1組 ／ M2×12・M2ナット 各4</a:t>
            </a:r>
          </a:p>
          <a:p xmlns:a="http://schemas.openxmlformats.org/drawingml/2006/main">
            <a:r>
              <a:t>背面の4つの六角座へM2ナットを入れる。</a:t>
            </a:r>
          </a:p>
          <a:p xmlns:a="http://schemas.openxmlformats.org/drawingml/2006/main">
            <a:r>
              <a:t>レールの7穴のうち、端から1・3・5・7番を使う。</a:t>
            </a:r>
          </a:p>
          <a:p xmlns:a="http://schemas.openxmlformats.org/drawingml/2006/main">
            <a:r>
              <a:t>ブロックを動かし、レール側からM2×12を4本締める。</a:t>
            </a:r>
          </a:p>
          <a:p xmlns:a="http://schemas.openxmlformats.org/drawingml/2006/main">
            <a:r>
              <a:t>ブロックをレールから抜かない。全域を滑らかに動くこと。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レールブロック取付板を固定</a:t>
            </a:r>
          </a:p>
          <a:p xmlns:a="http://schemas.openxmlformats.org/drawingml/2006/main">
            <a:r>
              <a:t>レールブロック取付板 ／ M2×6 ×4</a:t>
            </a:r>
          </a:p>
          <a:p xmlns:a="http://schemas.openxmlformats.org/drawingml/2006/main">
            <a:r>
              <a:t>M3インサートが上を向くよう、取付板をブロックへ合わせる。</a:t>
            </a:r>
          </a:p>
          <a:p xmlns:a="http://schemas.openxmlformats.org/drawingml/2006/main">
            <a:r>
              <a:t>段のある大きい穴の奥から、M2×6を4本入れる。</a:t>
            </a:r>
          </a:p>
          <a:p xmlns:a="http://schemas.openxmlformats.org/drawingml/2006/main">
            <a:r>
              <a:t>4本を対角に締め、ブロックが滑らかに動くことを確認する。</a:t>
            </a:r>
          </a:p>
          <a:p xmlns:a="http://schemas.openxmlformats.org/drawingml/2006/main">
            <a:r>
              <a:t>M2ナットは使わない。ブロックのねじ深さは2.5 mm。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MTSFR8を取付板へ固定</a:t>
            </a:r>
          </a:p>
          <a:p xmlns:a="http://schemas.openxmlformats.org/drawingml/2006/main">
            <a:r>
              <a:t>黄銅ナット取付板 ／ MTSFR8 ／ M4×14・M4ナット 各4</a:t>
            </a:r>
          </a:p>
          <a:p xmlns:a="http://schemas.openxmlformats.org/drawingml/2006/main">
            <a:r>
              <a:t>大きいフランジを上、細い胴を下へ向ける。</a:t>
            </a:r>
          </a:p>
          <a:p xmlns:a="http://schemas.openxmlformats.org/drawingml/2006/main">
            <a:r>
              <a:t>フランジ上面を取付板の下面へ当て、4穴を斜め45度にそろえる。</a:t>
            </a:r>
          </a:p>
          <a:p xmlns:a="http://schemas.openxmlformats.org/drawingml/2006/main">
            <a:r>
              <a:t>板の上からM4×14、フランジの下からM4ナットで留める。</a:t>
            </a:r>
          </a:p>
          <a:p xmlns:a="http://schemas.openxmlformats.org/drawingml/2006/main">
            <a:r>
              <a:t>M4ナットの平らな面を黄銅の胴へ向ける。座金は入れない。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黄銅ナット取付板をレール側へ接続</a:t>
            </a:r>
          </a:p>
          <a:p xmlns:a="http://schemas.openxmlformats.org/drawingml/2006/main">
            <a:r>
              <a:t>黄銅ナット取付板 ／ M3×12 ×2</a:t>
            </a:r>
          </a:p>
          <a:p xmlns:a="http://schemas.openxmlformats.org/drawingml/2006/main">
            <a:r>
              <a:t>取付板を持ち、MTSFR8へ送りねじ上端を軽く掛ける。</a:t>
            </a:r>
          </a:p>
          <a:p xmlns:a="http://schemas.openxmlformats.org/drawingml/2006/main">
            <a:r>
              <a:t>送りねじを手で回し、板をレールブロック取付板の上面まで下げる。</a:t>
            </a:r>
          </a:p>
          <a:p xmlns:a="http://schemas.openxmlformats.org/drawingml/2006/main">
            <a:r>
              <a:t>上からM3×12を2本入れ、レール側のインサートへ固定する。</a:t>
            </a:r>
          </a:p>
          <a:p xmlns:a="http://schemas.openxmlformats.org/drawingml/2006/main">
            <a:r>
              <a:t>ねじ山を斜めに掛けない。手回し68 mm全域で引っ掛からないこと。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接続腕を黄銅ナット取付板へ固定</a:t>
            </a:r>
          </a:p>
          <a:p xmlns:a="http://schemas.openxmlformats.org/drawingml/2006/main">
            <a:r>
              <a:t>ガラスホルダー接続腕 ／ M3×12 ×2</a:t>
            </a:r>
          </a:p>
          <a:p xmlns:a="http://schemas.openxmlformats.org/drawingml/2006/main">
            <a:r>
              <a:t>接続腕の横に並ぶ2穴を、取付板の側面へ合わせる。</a:t>
            </a:r>
          </a:p>
          <a:p xmlns:a="http://schemas.openxmlformats.org/drawingml/2006/main">
            <a:r>
              <a:t>腕の外側からM3×12を2本入れ、取付板のインサートへ掛ける。</a:t>
            </a:r>
          </a:p>
          <a:p xmlns:a="http://schemas.openxmlformats.org/drawingml/2006/main">
            <a:r>
              <a:t>合わせ面を密着させて締め、下の縦2穴をホルダー用に残す。</a:t>
            </a:r>
          </a:p>
          <a:p xmlns:a="http://schemas.openxmlformats.org/drawingml/2006/main">
            <a:r>
              <a:t>横2穴は取付板、縦2穴はガラスホルダーとの接続。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3部品を組み合わせたキャリア</a:t>
            </a:r>
          </a:p>
          <a:p xmlns:a="http://schemas.openxmlformats.org/drawingml/2006/main">
            <a:r>
              <a:t>小さい取付板をレールへ、広い取付板をMTSFR8へ、縦の腕をホルダーへつなぐ。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上下リミットの取り付け位置</a:t>
            </a:r>
          </a:p>
          <a:p xmlns:a="http://schemas.openxmlformats.org/drawingml/2006/main">
            <a:r>
              <a:t>OMRON SS-01GL13-E ×2（周辺を一部省略）</a:t>
            </a:r>
          </a:p>
          <a:p xmlns:a="http://schemas.openxmlformats.org/drawingml/2006/main">
            <a:r>
              <a:t>2個のSS-01GL13-Eを、フレーム上下の長穴へ取り付ける。</a:t>
            </a:r>
          </a:p>
          <a:p xmlns:a="http://schemas.openxmlformats.org/drawingml/2006/main">
            <a:r>
              <a:t>下側はレバーが上、上側はレバーが下を向くようにする。</a:t>
            </a:r>
          </a:p>
          <a:p xmlns:a="http://schemas.openxmlformats.org/drawingml/2006/main">
            <a:r>
              <a:t>黄銅ナット取付板の下面・上面が、それぞれレバー先端へ当たる。</a:t>
            </a:r>
          </a:p>
          <a:p xmlns:a="http://schemas.openxmlformats.org/drawingml/2006/main">
            <a:r>
              <a:t>スイッチ本体と配線は固定側。独立した爪は取り付けない。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リミットスイッチを長穴に固定</a:t>
            </a:r>
          </a:p>
          <a:p xmlns:a="http://schemas.openxmlformats.org/drawingml/2006/main">
            <a:r>
              <a:t>SS-01GL13-E ×2 ／ M2×16・M2ナット 各4</a:t>
            </a:r>
          </a:p>
          <a:p xmlns:a="http://schemas.openxmlformats.org/drawingml/2006/main">
            <a:r>
              <a:t>9.5 mm間隔の2つの長穴へ、スイッチの穴を合わせる。</a:t>
            </a:r>
          </a:p>
          <a:p xmlns:a="http://schemas.openxmlformats.org/drawingml/2006/main">
            <a:r>
              <a:t>スイッチ側からM2×16を入れ、背面へM2ナットを掛ける。</a:t>
            </a:r>
          </a:p>
          <a:p xmlns:a="http://schemas.openxmlformats.org/drawingml/2006/main">
            <a:r>
              <a:t>上下へ調整できる強さで仮止めし、復帰高さを合わせて本締めする。</a:t>
            </a:r>
          </a:p>
          <a:p xmlns:a="http://schemas.openxmlformats.org/drawingml/2006/main">
            <a:r>
              <a:t>裏ナットは背面の外側。M2×16を各2本、既存部材で固定する。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下側：レバーを上へ向ける</a:t>
            </a:r>
          </a:p>
          <a:p xmlns:a="http://schemas.openxmlformats.org/drawingml/2006/main">
            <a:r>
              <a:t>下端リミット SS-01GL13-E</a:t>
            </a:r>
          </a:p>
          <a:p xmlns:a="http://schemas.openxmlformats.org/drawingml/2006/main">
            <a:r>
              <a:t>オレンジ：黄銅ナット取付板の一部</a:t>
            </a:r>
          </a:p>
          <a:p xmlns:a="http://schemas.openxmlformats.org/drawingml/2006/main">
            <a:r>
              <a:t>金属レバーは本体の上、3つの端子は下へ向ける。</a:t>
            </a:r>
          </a:p>
          <a:p xmlns:a="http://schemas.openxmlformats.org/drawingml/2006/main">
            <a:r>
              <a:t>曲がった先端を、黄銅ナット取付板の下面の下へ置く。</a:t>
            </a:r>
          </a:p>
          <a:p xmlns:a="http://schemas.openxmlformats.org/drawingml/2006/main">
            <a:r>
              <a:t>キャリアが下がると、板の下面がレバーを下へ押す。</a:t>
            </a:r>
          </a:p>
          <a:p xmlns:a="http://schemas.openxmlformats.org/drawingml/2006/main">
            <a:r>
              <a:t>板は曲がった金属レバーへ当てる。黒い本体や端子に当てない。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上側：レバーを下へ向ける</a:t>
            </a:r>
          </a:p>
          <a:p xmlns:a="http://schemas.openxmlformats.org/drawingml/2006/main">
            <a:r>
              <a:t>上端リミット SS-01GL13-E</a:t>
            </a:r>
          </a:p>
          <a:p xmlns:a="http://schemas.openxmlformats.org/drawingml/2006/main">
            <a:r>
              <a:t>オレンジ：黄銅ナット取付板の一部</a:t>
            </a:r>
          </a:p>
          <a:p xmlns:a="http://schemas.openxmlformats.org/drawingml/2006/main">
            <a:r>
              <a:t>下側のスイッチを上下反転した向き。端子は上、レバーは下。</a:t>
            </a:r>
          </a:p>
          <a:p xmlns:a="http://schemas.openxmlformats.org/drawingml/2006/main">
            <a:r>
              <a:t>曲がった先端を、黄銅ナット取付板の上面の上へ置く。</a:t>
            </a:r>
          </a:p>
          <a:p xmlns:a="http://schemas.openxmlformats.org/drawingml/2006/main">
            <a:r>
              <a:t>キャリアが上がると、板の上面がレバーを上へ押す。</a:t>
            </a:r>
          </a:p>
          <a:p xmlns:a="http://schemas.openxmlformats.org/drawingml/2006/main">
            <a:r>
              <a:t>板は曲がった金属レバーへ当てる。黒い本体や端子に当てない。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支持ねじをホルダーへ入れる</a:t>
            </a:r>
          </a:p>
          <a:p xmlns:a="http://schemas.openxmlformats.org/drawingml/2006/main">
            <a:r>
              <a:t>USLL6 ×3 ／ M3ナット ×3（穴から離した分解図）</a:t>
            </a:r>
          </a:p>
          <a:p xmlns:a="http://schemas.openxmlformats.org/drawingml/2006/main">
            <a:r>
              <a:t>下側2本は枠の内側から差し、柔らかい先端を上へ向ける。</a:t>
            </a:r>
          </a:p>
          <a:p xmlns:a="http://schemas.openxmlformats.org/drawingml/2006/main">
            <a:r>
              <a:t>側面1本は内側から外へ差し、柔らかい先端をガラス側へ向ける。</a:t>
            </a:r>
          </a:p>
          <a:p xmlns:a="http://schemas.openxmlformats.org/drawingml/2006/main">
            <a:r>
              <a:t>ねじ先にM3ナットを掛け、外側の六角座へ収める。</a:t>
            </a:r>
          </a:p>
          <a:p xmlns:a="http://schemas.openxmlformats.org/drawingml/2006/main">
            <a:r>
              <a:t>シリコンねじと呼んでいた部品は、ウレタン先端のUSLL6。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前枠を合わせて深い溝を作る</a:t>
            </a:r>
          </a:p>
          <a:p xmlns:a="http://schemas.openxmlformats.org/drawingml/2006/main">
            <a:r>
              <a:t>ホルダー本体＋前枠 ／ M3×8・M3ナット 各4</a:t>
            </a:r>
          </a:p>
          <a:p xmlns:a="http://schemas.openxmlformats.org/drawingml/2006/main">
            <a:r>
              <a:t>本体の背面4か所へM3ナットを入れる。支持ねじ用とは別。</a:t>
            </a:r>
          </a:p>
          <a:p xmlns:a="http://schemas.openxmlformats.org/drawingml/2006/main">
            <a:r>
              <a:t>前枠を重ね、前側からM3×8を4本入れる。</a:t>
            </a:r>
          </a:p>
          <a:p xmlns:a="http://schemas.openxmlformats.org/drawingml/2006/main">
            <a:r>
              <a:t>合わせ面が密着するまで、対角に少しずつ締める。</a:t>
            </a:r>
          </a:p>
          <a:p xmlns:a="http://schemas.openxmlformats.org/drawingml/2006/main">
            <a:r>
              <a:t>採用溝幅2.9 mm、ガラス端への掛かり5 mm。締めて溝を潰さない。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ホルダーとキャリアの合わせ面</a:t>
            </a:r>
          </a:p>
          <a:p xmlns:a="http://schemas.openxmlformats.org/drawingml/2006/main">
            <a:r>
              <a:t>オレンジ色の合わせ面を重ねる。横に並ぶ2穴は黄銅ナット取付板との接続用。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M3×12でつなぐ順番</a:t>
            </a:r>
          </a:p>
          <a:p xmlns:a="http://schemas.openxmlformats.org/drawingml/2006/main">
            <a:r>
              <a:t>接続腕・ガラスホルダー ／ M3×12 ×2</a:t>
            </a:r>
          </a:p>
          <a:p xmlns:a="http://schemas.openxmlformats.org/drawingml/2006/main">
            <a:r>
              <a:t>接続腕の縦2穴と、ホルダーのインサート2穴を合わせる。</a:t>
            </a:r>
          </a:p>
          <a:p xmlns:a="http://schemas.openxmlformats.org/drawingml/2006/main">
            <a:r>
              <a:t>腕側からM3×12を2本通し、ホルダー内のインサートへ掛ける。</a:t>
            </a:r>
          </a:p>
          <a:p xmlns:a="http://schemas.openxmlformats.org/drawingml/2006/main">
            <a:r>
              <a:t>2本とも軽くねじ込んでから、合わせ面を密着させて締める。</a:t>
            </a:r>
          </a:p>
          <a:p xmlns:a="http://schemas.openxmlformats.org/drawingml/2006/main">
            <a:r>
              <a:t>接続腕にはインサートを入れない。頭は腕側、ねじ先はホルダー側。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接続後の外観とねじの断面</a:t>
            </a:r>
          </a:p>
          <a:p xmlns:a="http://schemas.openxmlformats.org/drawingml/2006/main">
            <a:r>
              <a:t>断面図は周囲を省略した表示。相手側のインサートを普通のナットへ置き換えない。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機構をベースへ固定する</a:t>
            </a:r>
          </a:p>
          <a:p xmlns:a="http://schemas.openxmlformats.org/drawingml/2006/main">
            <a:r>
              <a:t>ベース・駆動フレーム下端（拡大） ／ M3×12 ×2</a:t>
            </a:r>
          </a:p>
          <a:p xmlns:a="http://schemas.openxmlformats.org/drawingml/2006/main">
            <a:r>
              <a:t>駆動フレーム下端の2穴を、ベースの取付壁の2穴へ合わせる。</a:t>
            </a:r>
          </a:p>
          <a:p xmlns:a="http://schemas.openxmlformats.org/drawingml/2006/main">
            <a:r>
              <a:t>電子箱と同じ側からM3×12を2本通し、フレームのインサートへ留める。</a:t>
            </a:r>
          </a:p>
          <a:p xmlns:a="http://schemas.openxmlformats.org/drawingml/2006/main">
            <a:r>
              <a:t>ベースを平らな台へ置き、傾きや浮きがないように締める。</a:t>
            </a:r>
          </a:p>
          <a:p xmlns:a="http://schemas.openxmlformats.org/drawingml/2006/main">
            <a:r>
              <a:t>底面が浮かず、ガラスと駆動フレームの位置が完成図と一致する。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電子箱はベースの外で組み始める</a:t>
            </a:r>
          </a:p>
          <a:p xmlns:a="http://schemas.openxmlformats.org/drawingml/2006/main">
            <a:r>
              <a:t>底板・天板・USB側板・駆動側板・ヒューズ側板・電源側板</a:t>
            </a:r>
          </a:p>
          <a:p xmlns:a="http://schemas.openxmlformats.org/drawingml/2006/main">
            <a:r>
              <a:t>6枚の板を穴の形で区別する。インサートは先に入れておく。</a:t>
            </a:r>
          </a:p>
          <a:p xmlns:a="http://schemas.openxmlformats.org/drawingml/2006/main">
            <a:r>
              <a:t>まず底板とUSB側板・駆動側板をつなぐ。底のねじは下から締める。</a:t>
            </a:r>
          </a:p>
          <a:p xmlns:a="http://schemas.openxmlformats.org/drawingml/2006/main">
            <a:r>
              <a:t>左右の側板を開けて配線し、最後に天板を付けてベースへ載せる。</a:t>
            </a:r>
          </a:p>
          <a:p xmlns:a="http://schemas.openxmlformats.org/drawingml/2006/main">
            <a:r>
              <a:t>この図は6枚を離した分解図。組立後の外形は68×63×83 mm。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ガラスと電子箱の配置を確認</a:t>
            </a:r>
          </a:p>
          <a:p xmlns:a="http://schemas.openxmlformats.org/drawingml/2006/main">
            <a:r>
              <a:t>ベースの短手は74 mm。USB側が外端、配線口が駆動フレーム側。フレームとの隙間は9 mm。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Tic基板を2つの受けへ載せる</a:t>
            </a:r>
          </a:p>
          <a:p xmlns:a="http://schemas.openxmlformats.org/drawingml/2006/main">
            <a:r>
              <a:t>Pololu 3130 Tic T825 ／ M2×6 ×2</a:t>
            </a:r>
          </a:p>
          <a:p xmlns:a="http://schemas.openxmlformats.org/drawingml/2006/main">
            <a:r>
              <a:t>底板だけを置き、Micro-B端子をUSB側板の開口へ向ける。</a:t>
            </a:r>
          </a:p>
          <a:p xmlns:a="http://schemas.openxmlformats.org/drawingml/2006/main">
            <a:r>
              <a:t>2つの基板穴を樹脂受けに合わせ、M2×6を入れる。</a:t>
            </a:r>
          </a:p>
          <a:p xmlns:a="http://schemas.openxmlformats.org/drawingml/2006/main">
            <a:r>
              <a:t>φ1.6の樹脂下穴へゆっくりねじを立て、基板が動かない程度に締める。</a:t>
            </a:r>
          </a:p>
          <a:p xmlns:a="http://schemas.openxmlformats.org/drawingml/2006/main">
            <a:r>
              <a:t>基板を反らせない。部品面やはんだへ金属工具を落とさない。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底板にUSB側板と駆動側板を留める</a:t>
            </a:r>
          </a:p>
          <a:p xmlns:a="http://schemas.openxmlformats.org/drawingml/2006/main">
            <a:r>
              <a:t>M3×8 ×4（底板の裏側から）</a:t>
            </a:r>
          </a:p>
          <a:p xmlns:a="http://schemas.openxmlformats.org/drawingml/2006/main">
            <a:r>
              <a:t>USBの小さな開口側にUSB側板、反対側に駆動側板を置く。</a:t>
            </a:r>
          </a:p>
          <a:p xmlns:a="http://schemas.openxmlformats.org/drawingml/2006/main">
            <a:r>
              <a:t>底板の裏から4本を通し、両側板の下端インサートへ軽く締める。</a:t>
            </a:r>
          </a:p>
          <a:p xmlns:a="http://schemas.openxmlformats.org/drawingml/2006/main">
            <a:r>
              <a:t>板の外縁をそろえて本締めする。ねじ頭は底板の凹みに収める。</a:t>
            </a:r>
          </a:p>
          <a:p xmlns:a="http://schemas.openxmlformats.org/drawingml/2006/main">
            <a:r>
              <a:t>底板の裏が平らになること。Ticや配線を下敷きにして裏返さない。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USBプラグを挿して空間を確認</a:t>
            </a:r>
          </a:p>
          <a:p xmlns:a="http://schemas.openxmlformats.org/drawingml/2006/main">
            <a:r>
              <a:t>ELECOM U2C-AMB10BK（USB-A–Micro-B）</a:t>
            </a:r>
          </a:p>
          <a:p xmlns:a="http://schemas.openxmlformats.org/drawingml/2006/main">
            <a:r>
              <a:t>Micro-Bを背面開口から差し、基板の端子へまっすぐ接続する。</a:t>
            </a:r>
          </a:p>
          <a:p xmlns:a="http://schemas.openxmlformats.org/drawingml/2006/main">
            <a:r>
              <a:t>プラグ樹脂部12×7.5 mmが開口の縁へ押されないことを確認。</a:t>
            </a:r>
          </a:p>
          <a:p xmlns:a="http://schemas.openxmlformats.org/drawingml/2006/main">
            <a:r>
              <a:t>基板端から約70 mmは急に曲げず、ケーブルを外へ逃がす。</a:t>
            </a:r>
          </a:p>
          <a:p xmlns:a="http://schemas.openxmlformats.org/drawingml/2006/main">
            <a:r>
              <a:t>USBは通信。モーター用DC電源は別に接続する（24 V以下、21.2 Vでも可）。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XT60電源口をパネル下側へ</a:t>
            </a:r>
          </a:p>
          <a:p xmlns:a="http://schemas.openxmlformats.org/drawingml/2006/main">
            <a:r>
              <a:t>LINSYRC XT60E-F ／ M2×8・M2ナット 各2</a:t>
            </a:r>
          </a:p>
          <a:p xmlns:a="http://schemas.openxmlformats.org/drawingml/2006/main">
            <a:r>
              <a:t>既設の赤黒線を先に通し、フランジをパネル外側へ当てる。</a:t>
            </a:r>
          </a:p>
          <a:p xmlns:a="http://schemas.openxmlformats.org/drawingml/2006/main">
            <a:r>
              <a:t>外側からM2×8を2本入れ、箱側のM2ナットで固定する。</a:t>
            </a:r>
          </a:p>
          <a:p xmlns:a="http://schemas.openxmlformats.org/drawingml/2006/main">
            <a:r>
              <a:t>20.2×12.2 mmの開口に胴が収まり、フランジが板に当たるか確認。</a:t>
            </a:r>
          </a:p>
          <a:p xmlns:a="http://schemas.openxmlformats.org/drawingml/2006/main">
            <a:r>
              <a:t>穴ピッチ25 mm。M3ナットは胴に干渉するため使わない。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主電源スイッチを上側へ</a:t>
            </a:r>
          </a:p>
          <a:p xmlns:a="http://schemas.openxmlformats.org/drawingml/2006/main">
            <a:r>
              <a:t>エーモン3214 ／ 付属取付ナット</a:t>
            </a:r>
          </a:p>
          <a:p xmlns:a="http://schemas.openxmlformats.org/drawingml/2006/main">
            <a:r>
              <a:t>付属ナットを外し、スイッチをパネル外側からφ12.4穴へ入れる。</a:t>
            </a:r>
          </a:p>
          <a:p xmlns:a="http://schemas.openxmlformats.org/drawingml/2006/main">
            <a:r>
              <a:t>ON/OFF表示を読みやすい向きへそろえる。</a:t>
            </a:r>
          </a:p>
          <a:p xmlns:a="http://schemas.openxmlformats.org/drawingml/2006/main">
            <a:r>
              <a:t>箱の内側から付属ナットを戻し、パネルを挟んで固定する。</a:t>
            </a:r>
          </a:p>
          <a:p xmlns:a="http://schemas.openxmlformats.org/drawingml/2006/main">
            <a:r>
              <a:t>固定するのは付属ナット。M3ナットや接着剤は使わない。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ヒューズホルダーを箱の側面へ</a:t>
            </a:r>
          </a:p>
          <a:p xmlns:a="http://schemas.openxmlformats.org/drawingml/2006/main">
            <a:r>
              <a:t>OHM KIT-NR312 ／ 付属取付ナット</a:t>
            </a:r>
          </a:p>
          <a:p xmlns:a="http://schemas.openxmlformats.org/drawingml/2006/main">
            <a:r>
              <a:t>側板を外した状態で、キャップ側を外へ向けてφ13.0穴へ入れる。</a:t>
            </a:r>
          </a:p>
          <a:p xmlns:a="http://schemas.openxmlformats.org/drawingml/2006/main">
            <a:r>
              <a:t>箱の内側からナットを回し、厚さ3 mmの壁を挟む。</a:t>
            </a:r>
          </a:p>
          <a:p xmlns:a="http://schemas.openxmlformats.org/drawingml/2006/main">
            <a:r>
              <a:t>キャップを外せる空間と、内側のはんだ端子の空間を確保する。</a:t>
            </a:r>
          </a:p>
          <a:p xmlns:a="http://schemas.openxmlformats.org/drawingml/2006/main">
            <a:r>
              <a:t>取付ナットと、ヒューズ交換用キャップを取り違えない。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Aのガラス管ヒューズを入れる</a:t>
            </a:r>
          </a:p>
          <a:p xmlns:a="http://schemas.openxmlformats.org/drawingml/2006/main">
            <a:r>
              <a:t>エーモン3665の2 A ／ 5.2×20 mm</a:t>
            </a:r>
          </a:p>
          <a:p xmlns:a="http://schemas.openxmlformats.org/drawingml/2006/main">
            <a:r>
              <a:t>DC電源とUSBを外し、ホルダー外側のキャップを開ける。</a:t>
            </a:r>
          </a:p>
          <a:p xmlns:a="http://schemas.openxmlformats.org/drawingml/2006/main">
            <a:r>
              <a:t>金属端の定格表示が2 Aのヒューズを選ぶ。</a:t>
            </a:r>
          </a:p>
          <a:p xmlns:a="http://schemas.openxmlformats.org/drawingml/2006/main">
            <a:r>
              <a:t>ホルダーの受けに入れ、キャップを元へ戻す。</a:t>
            </a:r>
          </a:p>
          <a:p xmlns:a="http://schemas.openxmlformats.org/drawingml/2006/main">
            <a:r>
              <a:t>別定格を選ばない。初回配線チェックまでは抜いておいてよい。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WAGOは配線とともに保持</a:t>
            </a:r>
          </a:p>
          <a:p xmlns:a="http://schemas.openxmlformats.org/drawingml/2006/main">
            <a:r>
              <a:t>WAGO 221-412／WFR-2BP ×2</a:t>
            </a:r>
          </a:p>
          <a:p xmlns:a="http://schemas.openxmlformats.org/drawingml/2006/main">
            <a:r>
              <a:t>2個に正極用と0 V用のラベルを付け、それぞれの線を中継する。</a:t>
            </a:r>
          </a:p>
          <a:p xmlns:a="http://schemas.openxmlformats.org/drawingml/2006/main">
            <a:r>
              <a:t>専用の受け台はない。箱の空いた所へ、レバーを操作できる向きで収める。</a:t>
            </a:r>
          </a:p>
          <a:p xmlns:a="http://schemas.openxmlformats.org/drawingml/2006/main">
            <a:r>
              <a:t>出入りする線を配線束へ留め、コネクタが基板へ落ち込まないよう保持する。</a:t>
            </a:r>
          </a:p>
          <a:p xmlns:a="http://schemas.openxmlformats.org/drawingml/2006/main">
            <a:r>
              <a:t>レバーを結束バンドで押さえない。ふたで押し込まない。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WAGOへ電線を差し込む</a:t>
            </a:r>
          </a:p>
          <a:p xmlns:a="http://schemas.openxmlformats.org/drawingml/2006/main">
            <a:r>
              <a:t>WAGO 221-412／WFR-2BP ×2 ／ XT60既設線・4942</a:t>
            </a:r>
          </a:p>
          <a:p xmlns:a="http://schemas.openxmlformats.org/drawingml/2006/main">
            <a:r>
              <a:t>本体のストリップ長表示に合わせて被覆をむき、芯線を傷付けない。</a:t>
            </a:r>
          </a:p>
          <a:p xmlns:a="http://schemas.openxmlformats.org/drawingml/2006/main">
            <a:r>
              <a:t>レバーを起こし、1つの穴へ1本だけ、銅線の先が止まるまで差す。</a:t>
            </a:r>
          </a:p>
          <a:p xmlns:a="http://schemas.openxmlformats.org/drawingml/2006/main">
            <a:r>
              <a:t>レバーを閉じ、銅線のはみ出しを見てから1本ずつ軽く引く。</a:t>
            </a:r>
          </a:p>
          <a:p xmlns:a="http://schemas.openxmlformats.org/drawingml/2006/main">
            <a:r>
              <a:t>赤同士で1個、黒同士で1個。2つの穴は内部で導通している。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250型メス端子を圧着する</a:t>
            </a:r>
          </a:p>
          <a:p xmlns:a="http://schemas.openxmlformats.org/drawingml/2006/main">
            <a:r>
              <a:t>エーモン3311：端子・スリーブ 各2 ／ 4942赤線</a:t>
            </a:r>
          </a:p>
          <a:p xmlns:a="http://schemas.openxmlformats.org/drawingml/2006/main">
            <a:r>
              <a:t>はじめに絶縁スリーブを電線へ通す。端子の指定に合わせて被覆をむく。</a:t>
            </a:r>
          </a:p>
          <a:p xmlns:a="http://schemas.openxmlformats.org/drawingml/2006/main">
            <a:r>
              <a:t>芯線の羽根と被覆の羽根を、対応する圧着工具でそれぞれ閉じる。</a:t>
            </a:r>
          </a:p>
          <a:p xmlns:a="http://schemas.openxmlformats.org/drawingml/2006/main">
            <a:r>
              <a:t>軽く引いて抜けないことを確認し、スリーブを端子へかぶせる。</a:t>
            </a:r>
          </a:p>
          <a:p xmlns:a="http://schemas.openxmlformats.org/drawingml/2006/main">
            <a:r>
              <a:t>完成した2個をエーモン3214の2本の平端子へ奥まで差す。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はんだ端子を1本ずつ絶縁する</a:t>
            </a:r>
          </a:p>
          <a:p xmlns:a="http://schemas.openxmlformats.org/drawingml/2006/main">
            <a:r>
              <a:t>エーモン1196 ／ KIT-NR312・SS-01GL13-E</a:t>
            </a:r>
          </a:p>
          <a:p xmlns:a="http://schemas.openxmlformats.org/drawingml/2006/main">
            <a:r>
              <a:t>接続する電線へ、熱収縮チューブを先に通す。</a:t>
            </a:r>
          </a:p>
          <a:p xmlns:a="http://schemas.openxmlformats.org/drawingml/2006/main">
            <a:r>
              <a:t>線を端子へはんだ付けし、隣の端子との橋絡がないか見る。</a:t>
            </a:r>
          </a:p>
          <a:p xmlns:a="http://schemas.openxmlformats.org/drawingml/2006/main">
            <a:r>
              <a:t>冷めてからチューブを移し、露出した金属を覆って収縮させる。</a:t>
            </a:r>
          </a:p>
          <a:p xmlns:a="http://schemas.openxmlformats.org/drawingml/2006/main">
            <a:r>
              <a:t>SS-01GL13-Eは必要ならねじを外して配線し、元の向きへ戻す。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電線は仮配線してから切る</a:t>
            </a:r>
          </a:p>
          <a:p xmlns:a="http://schemas.openxmlformats.org/drawingml/2006/main">
            <a:r>
              <a:t>エーモン4942：0.50 sq赤黒ダブルコード</a:t>
            </a:r>
          </a:p>
          <a:p xmlns:a="http://schemas.openxmlformats.org/drawingml/2006/main">
            <a:r>
              <a:t>必要分を赤と黒へ裂き、行き先の名前を両端に付ける。</a:t>
            </a:r>
          </a:p>
          <a:p xmlns:a="http://schemas.openxmlformats.org/drawingml/2006/main">
            <a:r>
              <a:t>箱を開けたまま部品間へ沿わせ、端末処理分と取り外す余裕を残す。</a:t>
            </a:r>
          </a:p>
          <a:p xmlns:a="http://schemas.openxmlformats.org/drawingml/2006/main">
            <a:r>
              <a:t>ふたを仮に置いて挟まれない長さを決め、切断する。</a:t>
            </a:r>
          </a:p>
          <a:p xmlns:a="http://schemas.openxmlformats.org/drawingml/2006/main">
            <a:r>
              <a:t>側板を外せる余長を残す。配線の切断長は現物で決める。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DC電源の接続を1本ずつ追う</a:t>
            </a:r>
          </a:p>
          <a:p xmlns:a="http://schemas.openxmlformats.org/drawingml/2006/main">
            <a:r>
              <a:t>電源は24 V以下。21.2 Vで使用可。配線作業は出力OFF・USBも外す。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スイッチのCOMとNCを確認</a:t>
            </a:r>
          </a:p>
          <a:p xmlns:a="http://schemas.openxmlformats.org/drawingml/2006/main">
            <a:r>
              <a:t>端子の左右順で決めない。刻印と導通を照合。使わないNOは無接続。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基板上のどの端子へ接続するか</a:t>
            </a:r>
          </a:p>
          <a:p xmlns:a="http://schemas.openxmlformats.org/drawingml/2006/main">
            <a:r>
              <a:t>Pololu公式ピン配置図（部品面から見る）</a:t>
            </a:r>
          </a:p>
          <a:p xmlns:a="http://schemas.openxmlformats.org/drawingml/2006/main">
            <a:r>
              <a:t>図ではMicro-Bが上。左の細いピン列が信号用、右が電源・モーター用。</a:t>
            </a:r>
          </a:p>
          <a:p xmlns:a="http://schemas.openxmlformats.org/drawingml/2006/main">
            <a:r>
              <a:t>左列をUSB寄りから数えて3番がSCL、4番がSDA/AN。</a:t>
            </a:r>
          </a:p>
          <a:p xmlns:a="http://schemas.openxmlformats.org/drawingml/2006/main">
            <a:r>
              <a:t>左列5番と10番がGND。上下のCOMを1本ずつ接続する。</a:t>
            </a:r>
          </a:p>
          <a:p xmlns:a="http://schemas.openxmlformats.org/drawingml/2006/main">
            <a:r>
              <a:t>5 V・VM・VINとGNDを取り違えない。実物の印字も照合。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信号ピンにはメス端子付き線を使う</a:t>
            </a:r>
          </a:p>
          <a:p xmlns:a="http://schemas.openxmlformats.org/drawingml/2006/main">
            <a:r>
              <a:t>2.54 mm・1ピンのメス端子付きリード線 ×4（手持ち確認）</a:t>
            </a:r>
          </a:p>
          <a:p xmlns:a="http://schemas.openxmlformats.org/drawingml/2006/main">
            <a:r>
              <a:t>SCL、SDA/AN、2つのGNDへ、1ピンのメス端子を1本ずつ差す。</a:t>
            </a:r>
          </a:p>
          <a:p xmlns:a="http://schemas.openxmlformats.org/drawingml/2006/main">
            <a:r>
              <a:t>反対端をスイッチ線へはんだ接続し、接続部を熱収縮チューブで覆う。</a:t>
            </a:r>
          </a:p>
          <a:p xmlns:a="http://schemas.openxmlformats.org/drawingml/2006/main">
            <a:r>
              <a:t>コネクタの根元を固定側へ留め、68 mm往復でも抜けないか確認する。</a:t>
            </a:r>
          </a:p>
          <a:p xmlns:a="http://schemas.openxmlformats.org/drawingml/2006/main">
            <a:r>
              <a:t>この4本は旧購入表に未記載。手元にない場合は追加してから配線する。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Ticへ入れる線の接続表</a:t>
            </a:r>
          </a:p>
          <a:p xmlns:a="http://schemas.openxmlformats.org/drawingml/2006/main">
            <a:r>
              <a:t>SCL・SDA・信号GNDは信号端子。そこへモーター用DC電源を入れない。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モーターの2つのコイルをつなぐ</a:t>
            </a:r>
          </a:p>
          <a:p xmlns:a="http://schemas.openxmlformats.org/drawingml/2006/main">
            <a:r>
              <a:t>C-42STM01の4本線 → Tic T825</a:t>
            </a:r>
          </a:p>
          <a:p xmlns:a="http://schemas.openxmlformats.org/drawingml/2006/main">
            <a:r>
              <a:t>モーターを外した状態で、抵抗がある2本の組をテスターで探す。</a:t>
            </a:r>
          </a:p>
          <a:p xmlns:a="http://schemas.openxmlformats.org/drawingml/2006/main">
            <a:r>
              <a:t>一方の組をA1/A2へ、もう一方の組をB1/B2へ接続する。</a:t>
            </a:r>
          </a:p>
          <a:p xmlns:a="http://schemas.openxmlformats.org/drawingml/2006/main">
            <a:r>
              <a:t>ねじ端子から銅線がはみ出さず、引いても抜けないことを確認する。</a:t>
            </a:r>
          </a:p>
          <a:p xmlns:a="http://schemas.openxmlformats.org/drawingml/2006/main">
            <a:r>
              <a:t>線色は決め打ちしない。励磁中に端子を抜き差ししない。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電源ケーブルを外からつなぐ</a:t>
            </a:r>
          </a:p>
          <a:p xmlns:a="http://schemas.openxmlformats.org/drawingml/2006/main">
            <a:r>
              <a:t>Yiqigou XT60オス–4 mmバナナケーブル</a:t>
            </a:r>
          </a:p>
          <a:p xmlns:a="http://schemas.openxmlformats.org/drawingml/2006/main">
            <a:r>
              <a:t>赤バナナを安定化電源の＋、黒バナナを0 Vへ対応させる。</a:t>
            </a:r>
          </a:p>
          <a:p xmlns:a="http://schemas.openxmlformats.org/drawingml/2006/main">
            <a:r>
              <a:t>出力OFFで極性を確認し、電圧を24 V以下に設定する。21.2 Vでも使える。</a:t>
            </a:r>
          </a:p>
          <a:p xmlns:a="http://schemas.openxmlformats.org/drawingml/2006/main">
            <a:r>
              <a:t>XT60オスを装置のパネルメスへ、形と極性を合わせて差す。</a:t>
            </a:r>
          </a:p>
          <a:p xmlns:a="http://schemas.openxmlformats.org/drawingml/2006/main">
            <a:r>
              <a:t>2本組のうち1本を使用。装置の主電源はまだOFF。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駆動側板の中央へ配線を通す</a:t>
            </a:r>
          </a:p>
          <a:p xmlns:a="http://schemas.openxmlformats.org/drawingml/2006/main">
            <a:r>
              <a:t>駆動側板の配線口：41×16 mm</a:t>
            </a:r>
          </a:p>
          <a:p xmlns:a="http://schemas.openxmlformats.org/drawingml/2006/main">
            <a:r>
              <a:t>モーター線と上下リミットの線を、中央の角穴へ通す。</a:t>
            </a:r>
          </a:p>
          <a:p xmlns:a="http://schemas.openxmlformats.org/drawingml/2006/main">
            <a:r>
              <a:t>コネクタや端末を接続する前に通し、箱内でTicへつなぐ。</a:t>
            </a:r>
          </a:p>
          <a:p xmlns:a="http://schemas.openxmlformats.org/drawingml/2006/main">
            <a:r>
              <a:t>固定フレーム側へ束ね、68 mm全域で可動部やレバーへ触れないようにする。</a:t>
            </a:r>
          </a:p>
          <a:p xmlns:a="http://schemas.openxmlformats.org/drawingml/2006/main">
            <a:r>
              <a:t>Ticは底板に固定する。配線口の角に線が強く当たらないこと。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ヒューズ側板を4本で固定する</a:t>
            </a:r>
          </a:p>
          <a:p xmlns:a="http://schemas.openxmlformats.org/drawingml/2006/main">
            <a:r>
              <a:t>M3×8 ×4</a:t>
            </a:r>
          </a:p>
          <a:p xmlns:a="http://schemas.openxmlformats.org/drawingml/2006/main">
            <a:r>
              <a:t>側板を開けたまま端子を配線・絶縁し、余長を箱内へ収める。</a:t>
            </a:r>
          </a:p>
          <a:p xmlns:a="http://schemas.openxmlformats.org/drawingml/2006/main">
            <a:r>
              <a:t>ヒューズ側板の四隅からM3×8を入れ、USB側板と駆動側板へ留める。</a:t>
            </a:r>
          </a:p>
          <a:p xmlns:a="http://schemas.openxmlformats.org/drawingml/2006/main">
            <a:r>
              <a:t>下の2個のインサートはベース固定用なので、ここでは使わない。</a:t>
            </a:r>
          </a:p>
          <a:p xmlns:a="http://schemas.openxmlformats.org/drawingml/2006/main">
            <a:r>
              <a:t>板を合わせたとき、裏の取付ナット・端子・線が柱に当たらない。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電源側板を4本で固定する</a:t>
            </a:r>
          </a:p>
          <a:p xmlns:a="http://schemas.openxmlformats.org/drawingml/2006/main">
            <a:r>
              <a:t>M3×8 ×4</a:t>
            </a:r>
          </a:p>
          <a:p xmlns:a="http://schemas.openxmlformats.org/drawingml/2006/main">
            <a:r>
              <a:t>XT60と主電源の配線を確認し、露出した端子を絶縁する。</a:t>
            </a:r>
          </a:p>
          <a:p xmlns:a="http://schemas.openxmlformats.org/drawingml/2006/main">
            <a:r>
              <a:t>電源側板を合わせ、四隅のM3×8を両側板のインサートへ留める。</a:t>
            </a:r>
          </a:p>
          <a:p xmlns:a="http://schemas.openxmlformats.org/drawingml/2006/main">
            <a:r>
              <a:t>XT60の太い線を急に曲げず、天板のねじ受けから離して収める。</a:t>
            </a:r>
          </a:p>
          <a:p xmlns:a="http://schemas.openxmlformats.org/drawingml/2006/main">
            <a:r>
              <a:t>側板を工具で無理に押し込まない。締める前に挟み込みを確認する。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天板を4本で固定する</a:t>
            </a:r>
          </a:p>
          <a:p xmlns:a="http://schemas.openxmlformats.org/drawingml/2006/main">
            <a:r>
              <a:t>天板 ／ M3×8 ×4</a:t>
            </a:r>
          </a:p>
          <a:p xmlns:a="http://schemas.openxmlformats.org/drawingml/2006/main">
            <a:r>
              <a:t>通気穴のある天板を、4枚の側板の上へまっすぐ載せる。</a:t>
            </a:r>
          </a:p>
          <a:p xmlns:a="http://schemas.openxmlformats.org/drawingml/2006/main">
            <a:r>
              <a:t>四隅の凹みからM3×8を入れ、USB側板と駆動側板の上端へ留める。</a:t>
            </a:r>
          </a:p>
          <a:p xmlns:a="http://schemas.openxmlformats.org/drawingml/2006/main">
            <a:r>
              <a:t>対角の順に少しずつ締め、ねじ頭を凹みへ収める。</a:t>
            </a:r>
          </a:p>
          <a:p xmlns:a="http://schemas.openxmlformats.org/drawingml/2006/main">
            <a:r>
              <a:t>置くだけのふたではない。線を挟まず、4本で固定する。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組んだ電子箱をベースへ固定する</a:t>
            </a:r>
          </a:p>
          <a:p xmlns:a="http://schemas.openxmlformats.org/drawingml/2006/main">
            <a:r>
              <a:t>M3×12 ×2（ベース側から）</a:t>
            </a:r>
          </a:p>
          <a:p xmlns:a="http://schemas.openxmlformats.org/drawingml/2006/main">
            <a:r>
              <a:t>USB側板をベースの外端に合わせ、底板をベースへ載せる。</a:t>
            </a:r>
          </a:p>
          <a:p xmlns:a="http://schemas.openxmlformats.org/drawingml/2006/main">
            <a:r>
              <a:t>ベースの側面2穴からM3×12を通し、ヒューズ側板のインサートへ締める。</a:t>
            </a:r>
          </a:p>
          <a:p xmlns:a="http://schemas.openxmlformats.org/drawingml/2006/main">
            <a:r>
              <a:t>USB側がはみ出さず、フレーム側の配線口に余裕があることを確認する。</a:t>
            </a:r>
          </a:p>
          <a:p xmlns:a="http://schemas.openxmlformats.org/drawingml/2006/main">
            <a:r>
              <a:t>USBプラグの後方には約70 mmの配線スペースを取る。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試験片の名前と採用寸法</a:t>
            </a:r>
          </a:p>
          <a:p xmlns:a="http://schemas.openxmlformats.org/drawingml/2006/main">
            <a:r>
              <a:t>材料や印刷条件を変えたときに確認する。付属の試験片ZIPは別ファイル。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XT60はナットまで付けて試す</a:t>
            </a:r>
          </a:p>
          <a:p xmlns:a="http://schemas.openxmlformats.org/drawingml/2006/main">
            <a:r>
              <a:t>XT60取付試験片 ／ XT60E-F ／ M2×8・M2ナット 各2</a:t>
            </a:r>
          </a:p>
          <a:p xmlns:a="http://schemas.openxmlformats.org/drawingml/2006/main">
            <a:r>
              <a:t>最小の20.2×12.2開口へ、既設線から通して胴を入れる。</a:t>
            </a:r>
          </a:p>
          <a:p xmlns:a="http://schemas.openxmlformats.org/drawingml/2006/main">
            <a:r>
              <a:t>フランジを密着させ、左右のM2ねじとナットで仮固定する。</a:t>
            </a:r>
          </a:p>
          <a:p xmlns:a="http://schemas.openxmlformats.org/drawingml/2006/main">
            <a:r>
              <a:t>相手のXT60オスを挿し、がた・割れ・ナットと胴の干渉を見る。</a:t>
            </a:r>
          </a:p>
          <a:p xmlns:a="http://schemas.openxmlformats.org/drawingml/2006/main">
            <a:r>
              <a:t>採用済み：最小。無理な圧入と穴を削っての合格は記録を分ける。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丸穴は「板を挟める」まで試す</a:t>
            </a:r>
          </a:p>
          <a:p xmlns:a="http://schemas.openxmlformats.org/drawingml/2006/main">
            <a:r>
              <a:t>胴を通す → 付属ナットで板を挟む → 手で操作して回らない・割れないことを確認。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軸受は押さえと組にして判断</a:t>
            </a:r>
          </a:p>
          <a:p xmlns:a="http://schemas.openxmlformats.org/drawingml/2006/main">
            <a:r>
              <a:t>軸受試験片 ／ 696ZZ</a:t>
            </a:r>
          </a:p>
          <a:p xmlns:a="http://schemas.openxmlformats.org/drawingml/2006/main">
            <a:r>
              <a:t>φ15.5の座へ、軸受を水平に指で挿入する。</a:t>
            </a:r>
          </a:p>
          <a:p xmlns:a="http://schemas.openxmlformats.org/drawingml/2006/main">
            <a:r>
              <a:t>傾き・横がたを調べ、内輪が軽く回ることを確認する。</a:t>
            </a:r>
          </a:p>
          <a:p xmlns:a="http://schemas.openxmlformats.org/drawingml/2006/main">
            <a:r>
              <a:t>本体では軸受押さえも装着し、軸方向の抜けを確認する。</a:t>
            </a:r>
          </a:p>
          <a:p xmlns:a="http://schemas.openxmlformats.org/drawingml/2006/main">
            <a:r>
              <a:t>穴径は暫定採用。現物で回転・がた・軸方向の抜けを確認する。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インサートは冷えてから試す</a:t>
            </a:r>
          </a:p>
          <a:p xmlns:a="http://schemas.openxmlformats.org/drawingml/2006/main">
            <a:r>
              <a:t>M3インサート試験片 ／ 中央φ4.2</a:t>
            </a:r>
          </a:p>
          <a:p xmlns:a="http://schemas.openxmlformats.org/drawingml/2006/main">
            <a:r>
              <a:t>本体と同じ材料・積層・穴の向きで試験片を作る。</a:t>
            </a:r>
          </a:p>
          <a:p xmlns:a="http://schemas.openxmlformats.org/drawingml/2006/main">
            <a:r>
              <a:t>こてを軸に合わせて入れ、インサートが面とそろう位置で止める。</a:t>
            </a:r>
          </a:p>
          <a:p xmlns:a="http://schemas.openxmlformats.org/drawingml/2006/main">
            <a:r>
              <a:t>室温まで冷やし、M3×4と座金で軽く留めて空回りを調べる。</a:t>
            </a:r>
          </a:p>
          <a:p xmlns:a="http://schemas.openxmlformats.org/drawingml/2006/main">
            <a:r>
              <a:t>長いねじの底付きは「固定できた」ことにならない。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ガラス溝は保持と抜き差しを試す</a:t>
            </a:r>
          </a:p>
          <a:p xmlns:a="http://schemas.openxmlformats.org/drawingml/2006/main">
            <a:r>
              <a:t>ガラス溝試験片：中央2.9 mm ／ USLL6・ナット</a:t>
            </a:r>
          </a:p>
          <a:p xmlns:a="http://schemas.openxmlformats.org/drawingml/2006/main">
            <a:r>
              <a:t>中央の本体と前枠を組み、支持ねじも実際に付ける。</a:t>
            </a:r>
          </a:p>
          <a:p xmlns:a="http://schemas.openxmlformats.org/drawingml/2006/main">
            <a:r>
              <a:t>同じ厚さ2.3 mmの板を上から入れ、5 mmの掛かりを確認。</a:t>
            </a:r>
          </a:p>
          <a:p xmlns:a="http://schemas.openxmlformats.org/drawingml/2006/main">
            <a:r>
              <a:t>引っ掛かり・前後のがた・支持ねじの固定・枠の割れを見る。</a:t>
            </a:r>
          </a:p>
          <a:p xmlns:a="http://schemas.openxmlformats.org/drawingml/2006/main">
            <a:r>
              <a:t>採用済み：中央2.9 mm。ガラスを締め潰して保持しない。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フレームとキャリアの印刷姿勢</a:t>
            </a:r>
          </a:p>
          <a:p xmlns:a="http://schemas.openxmlformats.org/drawingml/2006/main">
            <a:r>
              <a:t>0.4 mmノズル、0.2 mm積層を開始値とし、試験片と同じ穴補正で印刷する。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電子箱は各板の平らな外面を下に印刷</a:t>
            </a:r>
          </a:p>
          <a:p xmlns:a="http://schemas.openxmlformats.org/drawingml/2006/main">
            <a:r>
              <a:t>STLはこの向きで収録。各部品を個別に配置し、ねじ穴の小さなブリッジはスライサーで確認。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印刷後に開口を目で確認</a:t>
            </a:r>
          </a:p>
          <a:p xmlns:a="http://schemas.openxmlformats.org/drawingml/2006/main">
            <a:r>
              <a:t>試験片と同じ材料・造形条件で確認する。STLの単位はmm、倍率は100%。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下端は「戻った位置」で合わせる</a:t>
            </a:r>
          </a:p>
          <a:p xmlns:a="http://schemas.openxmlformats.org/drawingml/2006/main">
            <a:r>
              <a:t>テスター ／ 高さを測る定規・ノギス ／ ダミー板</a:t>
            </a:r>
          </a:p>
          <a:p xmlns:a="http://schemas.openxmlformats.org/drawingml/2006/main">
            <a:r>
              <a:t>無通電でキャリアを下げ、COM–NCが開く位置を確かめる。</a:t>
            </a:r>
          </a:p>
          <a:p xmlns:a="http://schemas.openxmlformats.org/drawingml/2006/main">
            <a:r>
              <a:t>少し上へ戻し、COM–NCが再び閉じる位置で高さを測る。</a:t>
            </a:r>
          </a:p>
          <a:p xmlns:a="http://schemas.openxmlformats.org/drawingml/2006/main">
            <a:r>
              <a:t>そこで板の下面が17 mmとなるよう、下側スイッチを長穴で動かす。</a:t>
            </a:r>
          </a:p>
          <a:p xmlns:a="http://schemas.openxmlformats.org/drawingml/2006/main">
            <a:r>
              <a:t>押す位置と戻る位置は異なる。機械ストップへ押し付けて原点にしない。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上端の復帰高さを85 mmへ合わせる</a:t>
            </a:r>
          </a:p>
          <a:p xmlns:a="http://schemas.openxmlformats.org/drawingml/2006/main">
            <a:r>
              <a:t>上端SS-01GL13-E ／ テスター・高さ測定</a:t>
            </a:r>
          </a:p>
          <a:p xmlns:a="http://schemas.openxmlformats.org/drawingml/2006/main">
            <a:r>
              <a:t>キャリアを上げ、上側スイッチのCOM–NCが開く位置を探す。</a:t>
            </a:r>
          </a:p>
          <a:p xmlns:a="http://schemas.openxmlformats.org/drawingml/2006/main">
            <a:r>
              <a:t>少し下へ戻し、再び閉じる位置で板の下面が85 mmか測る。</a:t>
            </a:r>
          </a:p>
          <a:p xmlns:a="http://schemas.openxmlformats.org/drawingml/2006/main">
            <a:r>
              <a:t>上側スイッチを長穴で動かし、下端との差を68 mmへ合わせる。</a:t>
            </a:r>
          </a:p>
          <a:p xmlns:a="http://schemas.openxmlformats.org/drawingml/2006/main">
            <a:r>
              <a:t>両端とも、復帰端点から約1 mm先に機械ストップ。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機械ストップはガイドブロックへ当てる</a:t>
            </a:r>
          </a:p>
          <a:p xmlns:a="http://schemas.openxmlformats.org/drawingml/2006/main">
            <a:r>
              <a:t>図はブロックを5 mm離した表示。実機のストップは復帰点から上下1 mm先。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無通電の仮組みチェック</a:t>
            </a:r>
          </a:p>
          <a:p xmlns:a="http://schemas.openxmlformats.org/drawingml/2006/main">
            <a:r>
              <a:t>CADの干渉検査は実機試験の代わりにならない。台が傾く・たわむ場合も測り直す。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初回通電する前のチェック</a:t>
            </a:r>
          </a:p>
          <a:p xmlns:a="http://schemas.openxmlformats.org/drawingml/2006/main">
            <a:r>
              <a:t>DC電源は24 V以下に設定。使用中の直流安定化電源の21.2 Vで動作確認済み。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Mac：Ticソフトとuvを準備する</a:t>
            </a:r>
          </a:p>
          <a:p xmlns:a="http://schemas.openxmlformats.org/drawingml/2006/main">
            <a:r>
              <a:t>リンクとコピー用コマンドはGitHubのREADMEに掲載。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Windows：Ticソフトとuvを準備する</a:t>
            </a:r>
          </a:p>
          <a:p xmlns:a="http://schemas.openxmlformats.org/drawingml/2006/main">
            <a:r>
              <a:t>wingetが使えない場合は、README内のuv公式インストール手順へ。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スクリプトをダウンロードして準備する</a:t>
            </a:r>
          </a:p>
          <a:p xmlns:a="http://schemas.openxmlformats.org/drawingml/2006/main">
            <a:r>
              <a:t>Pythonはuvが用意する。初回の準備はインターネット接続が必要。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Ticを交換・初期化したときだけ設定する</a:t>
            </a:r>
          </a:p>
          <a:p xmlns:a="http://schemas.openxmlformats.org/drawingml/2006/main">
            <a:r>
              <a:t>毎回のApply settingsは不要。スクリプトは保存済みの電流制限とリミット設定を使う。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USBだけでリミット入力を試す</a:t>
            </a:r>
          </a:p>
          <a:p xmlns:a="http://schemas.openxmlformats.org/drawingml/2006/main">
            <a:r>
              <a:t>USBを外してから線を変更し、再接続して確認。作業後に正しい配線へ戻す。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ガラスなしで初めて動かす</a:t>
            </a:r>
          </a:p>
          <a:p xmlns:a="http://schemas.openxmlformats.org/drawingml/2006/main">
            <a:r>
              <a:t>最初の位置不明時は端点を探すため、通常移動より時間が掛かる。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ダミー板で保持と動きを試す</a:t>
            </a:r>
          </a:p>
          <a:p xmlns:a="http://schemas.openxmlformats.org/drawingml/2006/main">
            <a:r>
              <a:t>50×50×2.3 mmのダミー板</a:t>
            </a:r>
          </a:p>
          <a:p xmlns:a="http://schemas.openxmlformats.org/drawingml/2006/main">
            <a:r>
              <a:t>無励磁のDOWNで、板を上から左右の溝へ静かに差す。</a:t>
            </a:r>
          </a:p>
          <a:p xmlns:a="http://schemas.openxmlformats.org/drawingml/2006/main">
            <a:r>
              <a:t>下面2点に載せ、側面USLL6を軽く当てる。</a:t>
            </a:r>
          </a:p>
          <a:p xmlns:a="http://schemas.openxmlformats.org/drawingml/2006/main">
            <a:r>
              <a:t>手回し → 低速10往復の順に、ずれ・接触・抜けを調べる。</a:t>
            </a:r>
          </a:p>
          <a:p xmlns:a="http://schemas.openxmlformats.org/drawingml/2006/main">
            <a:r>
              <a:t>前後面をねじで挟まない。上から抜き差しできること。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実ガラスを入れて位置を確認</a:t>
            </a:r>
          </a:p>
          <a:p xmlns:a="http://schemas.openxmlformats.org/drawingml/2006/main">
            <a:r>
              <a:t>ランダムドットガラス 50×50×2.3 mm</a:t>
            </a:r>
          </a:p>
          <a:p xmlns:a="http://schemas.openxmlformats.org/drawingml/2006/main">
            <a:r>
              <a:t>ダミー試験を終え、ガラスの縁に欠けがないことを確認する。</a:t>
            </a:r>
          </a:p>
          <a:p xmlns:a="http://schemas.openxmlformats.org/drawingml/2006/main">
            <a:r>
              <a:t>ドット面をカメラへ向け、DOWNで上から入れる。</a:t>
            </a:r>
          </a:p>
          <a:p xmlns:a="http://schemas.openxmlformats.org/drawingml/2006/main">
            <a:r>
              <a:t>DOWN17 mm、UP85 mmと、チェンバーとの隙間を現物で測る。</a:t>
            </a:r>
          </a:p>
          <a:p xmlns:a="http://schemas.openxmlformats.org/drawingml/2006/main">
            <a:r>
              <a:t>ガラスの全面が駆動フレームに隠れず、枠が撮影範囲を遮らないこと。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組立後に記録する実機試験</a:t>
            </a:r>
          </a:p>
          <a:p xmlns:a="http://schemas.openxmlformats.org/drawingml/2006/main">
            <a:r>
              <a:t>未実施の試験を合格扱いにしない。日時・電源電圧・条件・結果を手元に記録する。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普段はupとdownだけ</a:t>
            </a:r>
          </a:p>
          <a:p xmlns:a="http://schemas.openxmlformats.org/drawingml/2006/main">
            <a:r>
              <a:t>既定の移動量は68 mm。位置不明ならup／downが端点を探す。Apply settingsは不要。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操作するときの接続と速度</a:t>
            </a:r>
          </a:p>
          <a:p xmlns:a="http://schemas.openxmlformats.org/drawingml/2006/main">
            <a:r>
              <a:t>電源装置の表示電流と、Ticのモーター相電流設定は別の値。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交換・再調整のとき</a:t>
            </a:r>
          </a:p>
          <a:p xmlns:a="http://schemas.openxmlformats.org/drawingml/2006/main">
            <a:r>
              <a:t>分解前に配線ラベルを残す。再組立後は導通・手回し・端点をもう一度確認。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箱の保守：天板と電源側板から開く</a:t>
            </a:r>
          </a:p>
          <a:p xmlns:a="http://schemas.openxmlformats.org/drawingml/2006/main">
            <a:r>
              <a:t>天板M3×8 ×4 ／ 電源側板M3×8 ×4</a:t>
            </a:r>
          </a:p>
          <a:p xmlns:a="http://schemas.openxmlformats.org/drawingml/2006/main">
            <a:r>
              <a:t>DC電源とUSBを外す。天板4本を外し、端子と配線を確認する。</a:t>
            </a:r>
          </a:p>
          <a:p xmlns:a="http://schemas.openxmlformats.org/drawingml/2006/main">
            <a:r>
              <a:t>電源側板も4本で外せる。配線の余長を使って静かに開く。</a:t>
            </a:r>
          </a:p>
          <a:p xmlns:a="http://schemas.openxmlformats.org/drawingml/2006/main">
            <a:r>
              <a:t>底板まで外す場合は、ベース固定のM3×12を2本外して箱を持ち上げる。</a:t>
            </a:r>
          </a:p>
          <a:p xmlns:a="http://schemas.openxmlformats.org/drawingml/2006/main">
            <a:r>
              <a:t>底板の4本は箱の裏にある。駆動フレームは取り外す必要がない。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公開データの使い方と検証範囲</a:t>
            </a:r>
          </a:p>
          <a:p xmlns:a="http://schemas.openxmlformats.org/drawingml/2006/main">
            <a:r>
              <a:t>GIFは実機映像ではない。動作確認済みの機構を使い、電子箱は6分割の設計を収録。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参照する資料</a:t>
            </a:r>
          </a:p>
          <a:p xmlns:a="http://schemas.openxmlformats.org/drawingml/2006/main">
            <a:r>
              <a:t>説明書の更新日と公開ファイルはGitHubのREADMEから確認できる。</a:t>
            </a:r>
          </a:p>
          <a:p xmlns:a="http://schemas.openxmlformats.org/drawingml/2006/main">
            <a:r>
              <a:t>https://github.com/dainakai/plate-lift-control</a:t>
            </a:r>
          </a:p>
          <a:p xmlns:a="http://schemas.openxmlformats.org/drawingml/2006/main">
            <a:r>
              <a:t>https://www.pololu.com/product/3130/specs</a:t>
            </a:r>
          </a:p>
          <a:p xmlns:a="http://schemas.openxmlformats.org/drawingml/2006/main">
            <a:r>
              <a:t>https://www.pololu.com/docs/0J71/4.2</a:t>
            </a:r>
          </a:p>
          <a:p xmlns:a="http://schemas.openxmlformats.org/drawingml/2006/main">
            <a:r>
              <a:t>https://www.pololu.com/docs/0J71/4.14</a:t>
            </a:r>
          </a:p>
          <a:p xmlns:a="http://schemas.openxmlformats.org/drawingml/2006/main">
            <a:r>
              <a:t>https://www.fa.omron.co.jp/product/item/SS-01GL13-E/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ded396a114f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daf39f22f14726" /><Relationship Type="http://schemas.openxmlformats.org/officeDocument/2006/relationships/slideLayout" Target="/ppt/slideLayouts/slideLayout1.xml" Id="R7410ecda4c0a40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10ecda4c0a40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fd34531654fd7" /><Relationship Type="http://schemas.openxmlformats.org/officeDocument/2006/relationships/image" Target="/ppt/media/image.jpeg" Id="R4d1dccc711d94303" /><Relationship Type="http://schemas.openxmlformats.org/officeDocument/2006/relationships/notesSlide" Target="/ppt/notesSlides/notesSlide1.xml" Id="R7706c05c5acc45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00b10166042d0" /><Relationship Type="http://schemas.openxmlformats.org/officeDocument/2006/relationships/notesSlide" Target="/ppt/notesSlides/notesSlide2.xml" Id="R5cbe75012b084e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c037edd98448f" /><Relationship Type="http://schemas.openxmlformats.org/officeDocument/2006/relationships/image" Target="/ppt/media/image2.jpeg" Id="R6187c351e1674220" /><Relationship Type="http://schemas.openxmlformats.org/officeDocument/2006/relationships/image" Target="/ppt/media/image3.jpeg" Id="Rc85a1b371ea2489d" /><Relationship Type="http://schemas.openxmlformats.org/officeDocument/2006/relationships/notesSlide" Target="/ppt/notesSlides/notesSlide3.xml" Id="Rc1af8bc9a20f46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1f7e94b49432b" /><Relationship Type="http://schemas.openxmlformats.org/officeDocument/2006/relationships/notesSlide" Target="/ppt/notesSlides/notesSlide4.xml" Id="R867739cc5edc41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da7e8abd04ffa" /><Relationship Type="http://schemas.openxmlformats.org/officeDocument/2006/relationships/notesSlide" Target="/ppt/notesSlides/notesSlide5.xml" Id="R8a41270e2aba41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c7d4db351441f" /><Relationship Type="http://schemas.openxmlformats.org/officeDocument/2006/relationships/image" Target="/ppt/media/image4.jpeg" Id="R02e674880bf249a4" /><Relationship Type="http://schemas.openxmlformats.org/officeDocument/2006/relationships/image" Target="/ppt/media/image5.jpeg" Id="R6c1886dab8024849" /><Relationship Type="http://schemas.openxmlformats.org/officeDocument/2006/relationships/image" Target="/ppt/media/image6.jpeg" Id="R3e7e801f4e9940fc" /><Relationship Type="http://schemas.openxmlformats.org/officeDocument/2006/relationships/notesSlide" Target="/ppt/notesSlides/notesSlide6.xml" Id="Rc46a5ed9dc8645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1dd01f19749bc" /><Relationship Type="http://schemas.openxmlformats.org/officeDocument/2006/relationships/image" Target="/ppt/media/image7.jpeg" Id="Rd16424f36d234218" /><Relationship Type="http://schemas.openxmlformats.org/officeDocument/2006/relationships/image" Target="/ppt/media/image8.jpeg" Id="R93538e6013e44c42" /><Relationship Type="http://schemas.openxmlformats.org/officeDocument/2006/relationships/image" Target="/ppt/media/image9.jpeg" Id="R77830e88f51b4e73" /><Relationship Type="http://schemas.openxmlformats.org/officeDocument/2006/relationships/image" Target="/ppt/media/image10.jpeg" Id="Rbbf1363842ee4cf3" /><Relationship Type="http://schemas.openxmlformats.org/officeDocument/2006/relationships/image" Target="/ppt/media/image11.jpeg" Id="R6bd1daf7c7a84bbb" /><Relationship Type="http://schemas.openxmlformats.org/officeDocument/2006/relationships/image" Target="/ppt/media/image12.jpeg" Id="R3213c6b9336e48d3" /><Relationship Type="http://schemas.openxmlformats.org/officeDocument/2006/relationships/notesSlide" Target="/ppt/notesSlides/notesSlide7.xml" Id="Rd4230cfc829941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0f3f44bc04b4e" /><Relationship Type="http://schemas.openxmlformats.org/officeDocument/2006/relationships/image" Target="/ppt/media/image13.jpeg" Id="R600db51f15894127" /><Relationship Type="http://schemas.openxmlformats.org/officeDocument/2006/relationships/image" Target="/ppt/media/image14.jpeg" Id="R8b7df694f847461f" /><Relationship Type="http://schemas.openxmlformats.org/officeDocument/2006/relationships/image" Target="/ppt/media/image15.jpeg" Id="R64075b269d604800" /><Relationship Type="http://schemas.openxmlformats.org/officeDocument/2006/relationships/image" Target="/ppt/media/image16.jpeg" Id="R708592b7debc40a9" /><Relationship Type="http://schemas.openxmlformats.org/officeDocument/2006/relationships/image" Target="/ppt/media/image17.jpeg" Id="R49b4d3b21db34fa3" /><Relationship Type="http://schemas.openxmlformats.org/officeDocument/2006/relationships/notesSlide" Target="/ppt/notesSlides/notesSlide8.xml" Id="Ra753dc7a18594d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57d92e8184819" /><Relationship Type="http://schemas.openxmlformats.org/officeDocument/2006/relationships/image" Target="/ppt/media/image18.jpeg" Id="R3a5f23cce9344dc5" /><Relationship Type="http://schemas.openxmlformats.org/officeDocument/2006/relationships/image" Target="/ppt/media/image19.jpeg" Id="R6fceb8ae4eb34569" /><Relationship Type="http://schemas.openxmlformats.org/officeDocument/2006/relationships/image" Target="/ppt/media/image20.jpeg" Id="R4476529cb5f548ff" /><Relationship Type="http://schemas.openxmlformats.org/officeDocument/2006/relationships/notesSlide" Target="/ppt/notesSlides/notesSlide9.xml" Id="R1c16337db89744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bf8cd6a5d4180" /><Relationship Type="http://schemas.openxmlformats.org/officeDocument/2006/relationships/image" Target="/ppt/media/image21.jpeg" Id="Refbfe5b380294736" /><Relationship Type="http://schemas.openxmlformats.org/officeDocument/2006/relationships/image" Target="/ppt/media/image22.jpeg" Id="R7deb651a4c8e429e" /><Relationship Type="http://schemas.openxmlformats.org/officeDocument/2006/relationships/image" Target="/ppt/media/image23.jpeg" Id="R199068e61e9f4b6c" /><Relationship Type="http://schemas.openxmlformats.org/officeDocument/2006/relationships/notesSlide" Target="/ppt/notesSlides/notesSlide10.xml" Id="R26b747fbfc7244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4f625410f4439" /><Relationship Type="http://schemas.openxmlformats.org/officeDocument/2006/relationships/image" Target="/ppt/media/image24.jpeg" Id="Rb6d2d6b266304489" /><Relationship Type="http://schemas.openxmlformats.org/officeDocument/2006/relationships/image" Target="/ppt/media/image25.jpeg" Id="R50cb5f0e23f34226" /><Relationship Type="http://schemas.openxmlformats.org/officeDocument/2006/relationships/image" Target="/ppt/media/image26.jpeg" Id="R91318686961c415d" /><Relationship Type="http://schemas.openxmlformats.org/officeDocument/2006/relationships/notesSlide" Target="/ppt/notesSlides/notesSlide11.xml" Id="R31d6aaaef2b841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4e455378b4d17" /><Relationship Type="http://schemas.openxmlformats.org/officeDocument/2006/relationships/image" Target="/ppt/media/image27.jpeg" Id="R41382c92458b4472" /><Relationship Type="http://schemas.openxmlformats.org/officeDocument/2006/relationships/image" Target="/ppt/media/image28.jpeg" Id="R33fd9d1f75464c70" /><Relationship Type="http://schemas.openxmlformats.org/officeDocument/2006/relationships/image" Target="/ppt/media/image29.jpeg" Id="Re5791bf8d0ac43ad" /><Relationship Type="http://schemas.openxmlformats.org/officeDocument/2006/relationships/notesSlide" Target="/ppt/notesSlides/notesSlide12.xml" Id="Ree36b44ed4474c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065b04cb24107" /><Relationship Type="http://schemas.openxmlformats.org/officeDocument/2006/relationships/image" Target="/ppt/media/image30.jpeg" Id="Rfb9a7c4505af4784" /><Relationship Type="http://schemas.openxmlformats.org/officeDocument/2006/relationships/image" Target="/ppt/media/image31.jpeg" Id="Rd6cec7224ed94a16" /><Relationship Type="http://schemas.openxmlformats.org/officeDocument/2006/relationships/image" Target="/ppt/media/image32.jpeg" Id="R5c278ef521fa42cd" /><Relationship Type="http://schemas.openxmlformats.org/officeDocument/2006/relationships/notesSlide" Target="/ppt/notesSlides/notesSlide13.xml" Id="R501288b488cf4d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790ba00bd4f39" /><Relationship Type="http://schemas.openxmlformats.org/officeDocument/2006/relationships/image" Target="/ppt/media/image33.jpeg" Id="R5763a62825654427" /><Relationship Type="http://schemas.openxmlformats.org/officeDocument/2006/relationships/image" Target="/ppt/media/image34.jpeg" Id="Ree20f00434334e3b" /><Relationship Type="http://schemas.openxmlformats.org/officeDocument/2006/relationships/image" Target="/ppt/media/image35.jpeg" Id="Rdf2ce8ec8ec04cc7" /><Relationship Type="http://schemas.openxmlformats.org/officeDocument/2006/relationships/notesSlide" Target="/ppt/notesSlides/notesSlide14.xml" Id="R538d615a760a4a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e902d94c24395" /><Relationship Type="http://schemas.openxmlformats.org/officeDocument/2006/relationships/image" Target="/ppt/media/image36.jpeg" Id="R854549fecd954102" /><Relationship Type="http://schemas.openxmlformats.org/officeDocument/2006/relationships/image" Target="/ppt/media/image37.jpeg" Id="R9e16c9d009e1465c" /><Relationship Type="http://schemas.openxmlformats.org/officeDocument/2006/relationships/image" Target="/ppt/media/image38.jpeg" Id="R3554c1774674459c" /><Relationship Type="http://schemas.openxmlformats.org/officeDocument/2006/relationships/notesSlide" Target="/ppt/notesSlides/notesSlide15.xml" Id="R0d5c1ad564ea4c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ace7966df4109" /><Relationship Type="http://schemas.openxmlformats.org/officeDocument/2006/relationships/image" Target="/ppt/media/image39.jpeg" Id="R065d614fa9ed436d" /><Relationship Type="http://schemas.openxmlformats.org/officeDocument/2006/relationships/image" Target="/ppt/media/image40.jpeg" Id="Rdcc407a75a0d4b26" /><Relationship Type="http://schemas.openxmlformats.org/officeDocument/2006/relationships/image" Target="/ppt/media/image41.jpeg" Id="Refee3714f8b644bf" /><Relationship Type="http://schemas.openxmlformats.org/officeDocument/2006/relationships/notesSlide" Target="/ppt/notesSlides/notesSlide16.xml" Id="R2f0876bf2d9f4a1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df2135b8a41b7" /><Relationship Type="http://schemas.openxmlformats.org/officeDocument/2006/relationships/image" Target="/ppt/media/image42.jpeg" Id="R926a0c70561544bf" /><Relationship Type="http://schemas.openxmlformats.org/officeDocument/2006/relationships/notesSlide" Target="/ppt/notesSlides/notesSlide17.xml" Id="R4fd716728fd740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a8195952247a3" /><Relationship Type="http://schemas.openxmlformats.org/officeDocument/2006/relationships/notesSlide" Target="/ppt/notesSlides/notesSlide18.xml" Id="Ra9c756c9673749f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29af490bf4d83" /><Relationship Type="http://schemas.openxmlformats.org/officeDocument/2006/relationships/notesSlide" Target="/ppt/notesSlides/notesSlide19.xml" Id="Rf1c85153a8464df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c41d9e3d44da0" /><Relationship Type="http://schemas.openxmlformats.org/officeDocument/2006/relationships/notesSlide" Target="/ppt/notesSlides/notesSlide20.xml" Id="Rcedd731fb8774ca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049ecaf3841ca" /><Relationship Type="http://schemas.openxmlformats.org/officeDocument/2006/relationships/notesSlide" Target="/ppt/notesSlides/notesSlide21.xml" Id="R5a406a3951bc44c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9b70ec59e4a05" /><Relationship Type="http://schemas.openxmlformats.org/officeDocument/2006/relationships/notesSlide" Target="/ppt/notesSlides/notesSlide22.xml" Id="Rbde8ff90dd3f4f2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0e76d29064348" /><Relationship Type="http://schemas.openxmlformats.org/officeDocument/2006/relationships/notesSlide" Target="/ppt/notesSlides/notesSlide23.xml" Id="Rb27d0a3ab243494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354b7071e41aa" /><Relationship Type="http://schemas.openxmlformats.org/officeDocument/2006/relationships/image" Target="/ppt/media/image43.jpeg" Id="R61ba48b88b0f4f17" /><Relationship Type="http://schemas.openxmlformats.org/officeDocument/2006/relationships/notesSlide" Target="/ppt/notesSlides/notesSlide24.xml" Id="R4e56f04f5537490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20dc00a3e47ba" /><Relationship Type="http://schemas.openxmlformats.org/officeDocument/2006/relationships/image" Target="/ppt/media/image44.jpeg" Id="Rcca49f334ab94ee7" /><Relationship Type="http://schemas.openxmlformats.org/officeDocument/2006/relationships/image" Target="/ppt/media/image45.jpeg" Id="R66fafa1e81aa4401" /><Relationship Type="http://schemas.openxmlformats.org/officeDocument/2006/relationships/notesSlide" Target="/ppt/notesSlides/notesSlide25.xml" Id="R9e0ad329cf034a2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488a5105846f7" /><Relationship Type="http://schemas.openxmlformats.org/officeDocument/2006/relationships/image" Target="/ppt/media/image46.jpeg" Id="R08b1353252354ee2" /><Relationship Type="http://schemas.openxmlformats.org/officeDocument/2006/relationships/image" Target="/ppt/media/image47.jpeg" Id="Ref14a429b70a4716" /><Relationship Type="http://schemas.openxmlformats.org/officeDocument/2006/relationships/notesSlide" Target="/ppt/notesSlides/notesSlide26.xml" Id="Ra2aaa2468f0f4e9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8e8d3b7a54d9f" /><Relationship Type="http://schemas.openxmlformats.org/officeDocument/2006/relationships/image" Target="/ppt/media/image48.jpeg" Id="R5bf711fe1e754f6b" /><Relationship Type="http://schemas.openxmlformats.org/officeDocument/2006/relationships/image" Target="/ppt/media/image49.jpeg" Id="Rf6a6b76ab3064aef" /><Relationship Type="http://schemas.openxmlformats.org/officeDocument/2006/relationships/notesSlide" Target="/ppt/notesSlides/notesSlide27.xml" Id="R96f10a3edd6d430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ad09e84f2471f" /><Relationship Type="http://schemas.openxmlformats.org/officeDocument/2006/relationships/image" Target="/ppt/media/image50.jpeg" Id="R27b979872ce54dd0" /><Relationship Type="http://schemas.openxmlformats.org/officeDocument/2006/relationships/notesSlide" Target="/ppt/notesSlides/notesSlide28.xml" Id="Rf16f5170fdda477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55f5c30644b2e" /><Relationship Type="http://schemas.openxmlformats.org/officeDocument/2006/relationships/image" Target="/ppt/media/image51.jpeg" Id="R152d0bd5d4aa49ea" /><Relationship Type="http://schemas.openxmlformats.org/officeDocument/2006/relationships/notesSlide" Target="/ppt/notesSlides/notesSlide29.xml" Id="R72b0ed0a7adb497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ff17ca50647fa" /><Relationship Type="http://schemas.openxmlformats.org/officeDocument/2006/relationships/image" Target="/ppt/media/image52.jpeg" Id="R5a03297938084778" /><Relationship Type="http://schemas.openxmlformats.org/officeDocument/2006/relationships/notesSlide" Target="/ppt/notesSlides/notesSlide30.xml" Id="Re2735b5278f14e0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4f274b86746e9" /><Relationship Type="http://schemas.openxmlformats.org/officeDocument/2006/relationships/image" Target="/ppt/media/image53.jpeg" Id="R6284178836ef4349" /><Relationship Type="http://schemas.openxmlformats.org/officeDocument/2006/relationships/notesSlide" Target="/ppt/notesSlides/notesSlide31.xml" Id="R37a729f694b2462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aec0dacc14eee" /><Relationship Type="http://schemas.openxmlformats.org/officeDocument/2006/relationships/image" Target="/ppt/media/image54.jpeg" Id="Rfb41a04d95a24ae1" /><Relationship Type="http://schemas.openxmlformats.org/officeDocument/2006/relationships/image" Target="/ppt/media/image55.jpeg" Id="Rd821ac5c5a6f4c45" /><Relationship Type="http://schemas.openxmlformats.org/officeDocument/2006/relationships/notesSlide" Target="/ppt/notesSlides/notesSlide32.xml" Id="R164fdd5aa4844db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8cd56d9944966" /><Relationship Type="http://schemas.openxmlformats.org/officeDocument/2006/relationships/image" Target="/ppt/media/image56.jpeg" Id="R014aa67089f64c86" /><Relationship Type="http://schemas.openxmlformats.org/officeDocument/2006/relationships/notesSlide" Target="/ppt/notesSlides/notesSlide33.xml" Id="Rbdafd5a8a3fb4c3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77189a0984cb4" /><Relationship Type="http://schemas.openxmlformats.org/officeDocument/2006/relationships/image" Target="/ppt/media/image57.jpeg" Id="Rf7041d7387db443f" /><Relationship Type="http://schemas.openxmlformats.org/officeDocument/2006/relationships/notesSlide" Target="/ppt/notesSlides/notesSlide34.xml" Id="Rc63dafe51ecf498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6dc1015b74d10" /><Relationship Type="http://schemas.openxmlformats.org/officeDocument/2006/relationships/image" Target="/ppt/media/image58.jpeg" Id="R57a68c4c2bcd4a01" /><Relationship Type="http://schemas.openxmlformats.org/officeDocument/2006/relationships/notesSlide" Target="/ppt/notesSlides/notesSlide35.xml" Id="R311c9d0610cf436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6e2574fe34904" /><Relationship Type="http://schemas.openxmlformats.org/officeDocument/2006/relationships/image" Target="/ppt/media/image59.jpeg" Id="Rc3faa41a788341a5" /><Relationship Type="http://schemas.openxmlformats.org/officeDocument/2006/relationships/notesSlide" Target="/ppt/notesSlides/notesSlide36.xml" Id="R512991180f97413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b443b739b4119" /><Relationship Type="http://schemas.openxmlformats.org/officeDocument/2006/relationships/image" Target="/ppt/media/image60.jpeg" Id="Refb731a6f2fb4b8f" /><Relationship Type="http://schemas.openxmlformats.org/officeDocument/2006/relationships/notesSlide" Target="/ppt/notesSlides/notesSlide37.xml" Id="R86c22c1f1616459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05ce6a8b64b89" /><Relationship Type="http://schemas.openxmlformats.org/officeDocument/2006/relationships/image" Target="/ppt/media/image61.jpeg" Id="R1b892f5c31c94685" /><Relationship Type="http://schemas.openxmlformats.org/officeDocument/2006/relationships/image" Target="/ppt/media/image62.jpeg" Id="Rea204795c281498a" /><Relationship Type="http://schemas.openxmlformats.org/officeDocument/2006/relationships/notesSlide" Target="/ppt/notesSlides/notesSlide38.xml" Id="Rfa7765b70840465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4fcf1198346d1" /><Relationship Type="http://schemas.openxmlformats.org/officeDocument/2006/relationships/image" Target="/ppt/media/image63.jpeg" Id="R6afb888832974203" /><Relationship Type="http://schemas.openxmlformats.org/officeDocument/2006/relationships/notesSlide" Target="/ppt/notesSlides/notesSlide39.xml" Id="Rafd7f47db0234b7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3ac3fea0d49ba" /><Relationship Type="http://schemas.openxmlformats.org/officeDocument/2006/relationships/image" Target="/ppt/media/image64.jpeg" Id="R0ddbd0a224824644" /><Relationship Type="http://schemas.openxmlformats.org/officeDocument/2006/relationships/notesSlide" Target="/ppt/notesSlides/notesSlide40.xml" Id="R1b256cc5ce294aa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ea03e0cf746dd" /><Relationship Type="http://schemas.openxmlformats.org/officeDocument/2006/relationships/image" Target="/ppt/media/image65.jpeg" Id="R033e68821fc04654" /><Relationship Type="http://schemas.openxmlformats.org/officeDocument/2006/relationships/notesSlide" Target="/ppt/notesSlides/notesSlide41.xml" Id="R5a8c3062bbef40e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51c6dfeb041de" /><Relationship Type="http://schemas.openxmlformats.org/officeDocument/2006/relationships/image" Target="/ppt/media/image66.jpeg" Id="Ra6342f63fe974b90" /><Relationship Type="http://schemas.openxmlformats.org/officeDocument/2006/relationships/notesSlide" Target="/ppt/notesSlides/notesSlide42.xml" Id="R775228e1b07845f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e9d63f3f84082" /><Relationship Type="http://schemas.openxmlformats.org/officeDocument/2006/relationships/image" Target="/ppt/media/image67.jpeg" Id="Rbe7880d32f8949f6" /><Relationship Type="http://schemas.openxmlformats.org/officeDocument/2006/relationships/notesSlide" Target="/ppt/notesSlides/notesSlide43.xml" Id="R3b8b8ec1a09d48c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1655183574097" /><Relationship Type="http://schemas.openxmlformats.org/officeDocument/2006/relationships/image" Target="/ppt/media/image68.jpeg" Id="R055c73800dd64804" /><Relationship Type="http://schemas.openxmlformats.org/officeDocument/2006/relationships/notesSlide" Target="/ppt/notesSlides/notesSlide44.xml" Id="R5c813faee6434bc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ab0a1b9364da4" /><Relationship Type="http://schemas.openxmlformats.org/officeDocument/2006/relationships/image" Target="/ppt/media/image69.jpeg" Id="R7e96ff202e014eeb" /><Relationship Type="http://schemas.openxmlformats.org/officeDocument/2006/relationships/image" Target="/ppt/media/image70.jpeg" Id="R9bc4c319b3c944dd" /><Relationship Type="http://schemas.openxmlformats.org/officeDocument/2006/relationships/notesSlide" Target="/ppt/notesSlides/notesSlide45.xml" Id="Rba9a2b4ef24b4a1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bc2802ba64d20" /><Relationship Type="http://schemas.openxmlformats.org/officeDocument/2006/relationships/image" Target="/ppt/media/image71.jpeg" Id="R06cef961346b4d68" /><Relationship Type="http://schemas.openxmlformats.org/officeDocument/2006/relationships/notesSlide" Target="/ppt/notesSlides/notesSlide46.xml" Id="R289e13678a394c9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70cdf851c4ec8" /><Relationship Type="http://schemas.openxmlformats.org/officeDocument/2006/relationships/image" Target="/ppt/media/image72.jpeg" Id="R15f467d2148e484a" /><Relationship Type="http://schemas.openxmlformats.org/officeDocument/2006/relationships/notesSlide" Target="/ppt/notesSlides/notesSlide47.xml" Id="Rf7635d28caa0426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22f96165d41b3" /><Relationship Type="http://schemas.openxmlformats.org/officeDocument/2006/relationships/image" Target="/ppt/media/image73.jpeg" Id="R03de76e2a54c40b8" /><Relationship Type="http://schemas.openxmlformats.org/officeDocument/2006/relationships/notesSlide" Target="/ppt/notesSlides/notesSlide48.xml" Id="R0120f24801e8496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a978465554577" /><Relationship Type="http://schemas.openxmlformats.org/officeDocument/2006/relationships/image" Target="/ppt/media/image74.jpeg" Id="R7a1744b0e0de45cd" /><Relationship Type="http://schemas.openxmlformats.org/officeDocument/2006/relationships/notesSlide" Target="/ppt/notesSlides/notesSlide49.xml" Id="Raf9464eb4fa14da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692c0b8d64620" /><Relationship Type="http://schemas.openxmlformats.org/officeDocument/2006/relationships/image" Target="/ppt/media/image75.jpeg" Id="R5dbc2d6c7bc645f3" /><Relationship Type="http://schemas.openxmlformats.org/officeDocument/2006/relationships/notesSlide" Target="/ppt/notesSlides/notesSlide50.xml" Id="Rab8e67b7070d4b5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695bc55074da3" /><Relationship Type="http://schemas.openxmlformats.org/officeDocument/2006/relationships/image" Target="/ppt/media/image76.jpeg" Id="Rd41058d59ffc4b60" /><Relationship Type="http://schemas.openxmlformats.org/officeDocument/2006/relationships/notesSlide" Target="/ppt/notesSlides/notesSlide51.xml" Id="R65ae9b563a434be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4a1216c5149e0" /><Relationship Type="http://schemas.openxmlformats.org/officeDocument/2006/relationships/image" Target="/ppt/media/image77.jpeg" Id="R61f220797b3b48d7" /><Relationship Type="http://schemas.openxmlformats.org/officeDocument/2006/relationships/image" Target="/ppt/media/image78.jpeg" Id="Rc01d3a2888914e9b" /><Relationship Type="http://schemas.openxmlformats.org/officeDocument/2006/relationships/notesSlide" Target="/ppt/notesSlides/notesSlide52.xml" Id="Ra9b2a3bf6e744eb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8d741b8f44c0a" /><Relationship Type="http://schemas.openxmlformats.org/officeDocument/2006/relationships/image" Target="/ppt/media/image79.jpeg" Id="R2d96f52ab89147d3" /><Relationship Type="http://schemas.openxmlformats.org/officeDocument/2006/relationships/notesSlide" Target="/ppt/notesSlides/notesSlide53.xml" Id="Rfd81cd4a8a3049a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0910648a043b4" /><Relationship Type="http://schemas.openxmlformats.org/officeDocument/2006/relationships/image" Target="/ppt/media/image80.jpeg" Id="R58c1c2b7c84546e2" /><Relationship Type="http://schemas.openxmlformats.org/officeDocument/2006/relationships/image" Target="/ppt/media/image81.jpeg" Id="Rbdc4ad1836ba486e" /><Relationship Type="http://schemas.openxmlformats.org/officeDocument/2006/relationships/notesSlide" Target="/ppt/notesSlides/notesSlide54.xml" Id="R351f61f9eeaf494e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120579c7343de" /><Relationship Type="http://schemas.openxmlformats.org/officeDocument/2006/relationships/image" Target="/ppt/media/image82.jpeg" Id="Ra8b8b2c01fdd4e28" /><Relationship Type="http://schemas.openxmlformats.org/officeDocument/2006/relationships/notesSlide" Target="/ppt/notesSlides/notesSlide55.xml" Id="Re6b8a5c8dfa547f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2b12edd9e4fbf" /><Relationship Type="http://schemas.openxmlformats.org/officeDocument/2006/relationships/image" Target="/ppt/media/image83.jpeg" Id="R7436a055301a4244" /><Relationship Type="http://schemas.openxmlformats.org/officeDocument/2006/relationships/notesSlide" Target="/ppt/notesSlides/notesSlide56.xml" Id="R41ec082f450d4302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e64b7d6b24dab" /><Relationship Type="http://schemas.openxmlformats.org/officeDocument/2006/relationships/image" Target="/ppt/media/image84.jpeg" Id="R9c7c4c5f97684ef1" /><Relationship Type="http://schemas.openxmlformats.org/officeDocument/2006/relationships/image" Target="/ppt/media/image85.jpeg" Id="Raaf90f5dedc74b7d" /><Relationship Type="http://schemas.openxmlformats.org/officeDocument/2006/relationships/notesSlide" Target="/ppt/notesSlides/notesSlide57.xml" Id="R9948dfd8fa8446c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e09add23b46e2" /><Relationship Type="http://schemas.openxmlformats.org/officeDocument/2006/relationships/image" Target="/ppt/media/image86.jpeg" Id="R8e9c4c1eeb0040a9" /><Relationship Type="http://schemas.openxmlformats.org/officeDocument/2006/relationships/notesSlide" Target="/ppt/notesSlides/notesSlide58.xml" Id="R94d766e90bf843f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3391e0c5545ac" /><Relationship Type="http://schemas.openxmlformats.org/officeDocument/2006/relationships/image" Target="/ppt/media/image87.jpeg" Id="Ra6d9758c3ae94943" /><Relationship Type="http://schemas.openxmlformats.org/officeDocument/2006/relationships/notesSlide" Target="/ppt/notesSlides/notesSlide59.xml" Id="R089619ae43894173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ecb7c09484c2d" /><Relationship Type="http://schemas.openxmlformats.org/officeDocument/2006/relationships/image" Target="/ppt/media/image88.jpeg" Id="Rc98e2dc19e964ebe" /><Relationship Type="http://schemas.openxmlformats.org/officeDocument/2006/relationships/notesSlide" Target="/ppt/notesSlides/notesSlide60.xml" Id="R71a16cb3226c4337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8da4de9604f6a" /><Relationship Type="http://schemas.openxmlformats.org/officeDocument/2006/relationships/image" Target="/ppt/media/image89.jpeg" Id="R7609726cff99488e" /><Relationship Type="http://schemas.openxmlformats.org/officeDocument/2006/relationships/notesSlide" Target="/ppt/notesSlides/notesSlide61.xml" Id="R68602228ec104a21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2a38b8ebd4a7b" /><Relationship Type="http://schemas.openxmlformats.org/officeDocument/2006/relationships/image" Target="/ppt/media/image90.jpeg" Id="Rae5adb0e85d34057" /><Relationship Type="http://schemas.openxmlformats.org/officeDocument/2006/relationships/notesSlide" Target="/ppt/notesSlides/notesSlide62.xml" Id="R91f6e43e4b534a95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ebe537953409f" /><Relationship Type="http://schemas.openxmlformats.org/officeDocument/2006/relationships/image" Target="/ppt/media/image91.jpeg" Id="R59b6e99ef3de499a" /><Relationship Type="http://schemas.openxmlformats.org/officeDocument/2006/relationships/notesSlide" Target="/ppt/notesSlides/notesSlide63.xml" Id="R4d1de8a83d1441fb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8bf7e7eb54ae5" /><Relationship Type="http://schemas.openxmlformats.org/officeDocument/2006/relationships/image" Target="/ppt/media/image92.jpeg" Id="Re7cec487a2ad4180" /><Relationship Type="http://schemas.openxmlformats.org/officeDocument/2006/relationships/notesSlide" Target="/ppt/notesSlides/notesSlide64.xml" Id="R993b8e9787d94239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057c1a470484e" /><Relationship Type="http://schemas.openxmlformats.org/officeDocument/2006/relationships/image" Target="/ppt/media/image93.jpeg" Id="Rbcc0c13aa8af4ee7" /><Relationship Type="http://schemas.openxmlformats.org/officeDocument/2006/relationships/notesSlide" Target="/ppt/notesSlides/notesSlide65.xml" Id="R477645c551e34973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1ff451cdd482c" /><Relationship Type="http://schemas.openxmlformats.org/officeDocument/2006/relationships/image" Target="/ppt/media/image94.jpeg" Id="R39242b3921e7456d" /><Relationship Type="http://schemas.openxmlformats.org/officeDocument/2006/relationships/notesSlide" Target="/ppt/notesSlides/notesSlide66.xml" Id="Rbae8dc1facb643e4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157ac5f8c4c3c" /><Relationship Type="http://schemas.openxmlformats.org/officeDocument/2006/relationships/image" Target="/ppt/media/image95.jpeg" Id="Rc68d73dd27eb40d7" /><Relationship Type="http://schemas.openxmlformats.org/officeDocument/2006/relationships/notesSlide" Target="/ppt/notesSlides/notesSlide67.xml" Id="R4f54d4fd5a4d4b1c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2ce8cbc6543ba" /><Relationship Type="http://schemas.openxmlformats.org/officeDocument/2006/relationships/image" Target="/ppt/media/image96.jpeg" Id="Re43832a415b740dc" /><Relationship Type="http://schemas.openxmlformats.org/officeDocument/2006/relationships/notesSlide" Target="/ppt/notesSlides/notesSlide68.xml" Id="R6e217743241c42e2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698ef9aec4838" /><Relationship Type="http://schemas.openxmlformats.org/officeDocument/2006/relationships/image" Target="/ppt/media/image97.jpeg" Id="Rf4b563afd8e44934" /><Relationship Type="http://schemas.openxmlformats.org/officeDocument/2006/relationships/notesSlide" Target="/ppt/notesSlides/notesSlide69.xml" Id="Re47bdbfe34094e01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3230e4dcb432c" /><Relationship Type="http://schemas.openxmlformats.org/officeDocument/2006/relationships/notesSlide" Target="/ppt/notesSlides/notesSlide70.xml" Id="R85da64a228db458a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4839716ed4c3c" /><Relationship Type="http://schemas.openxmlformats.org/officeDocument/2006/relationships/notesSlide" Target="/ppt/notesSlides/notesSlide71.xml" Id="Rc53ef01dd94e4635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053f429564e54" /><Relationship Type="http://schemas.openxmlformats.org/officeDocument/2006/relationships/image" Target="/ppt/media/image98.jpeg" Id="R883da2ad7c7e4ec6" /><Relationship Type="http://schemas.openxmlformats.org/officeDocument/2006/relationships/notesSlide" Target="/ppt/notesSlides/notesSlide72.xml" Id="Rd581595c70a94c29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721100d904e35" /><Relationship Type="http://schemas.openxmlformats.org/officeDocument/2006/relationships/image" Target="/ppt/media/image99.jpeg" Id="R6d543918ae7e41f4" /><Relationship Type="http://schemas.openxmlformats.org/officeDocument/2006/relationships/notesSlide" Target="/ppt/notesSlides/notesSlide73.xml" Id="Rd803880b2d7144e8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dc54fafd5451b" /><Relationship Type="http://schemas.openxmlformats.org/officeDocument/2006/relationships/notesSlide" Target="/ppt/notesSlides/notesSlide74.xml" Id="R946951ec0cac4d26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db3a71b664837" /><Relationship Type="http://schemas.openxmlformats.org/officeDocument/2006/relationships/image" Target="/ppt/media/image100.jpeg" Id="Rc2f9f29dc3c3444c" /><Relationship Type="http://schemas.openxmlformats.org/officeDocument/2006/relationships/notesSlide" Target="/ppt/notesSlides/notesSlide75.xml" Id="Raa4e3a29f1b3451b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1551f43234b4c" /><Relationship Type="http://schemas.openxmlformats.org/officeDocument/2006/relationships/image" Target="/ppt/media/image101.jpeg" Id="R9cff5e2cf86446b0" /><Relationship Type="http://schemas.openxmlformats.org/officeDocument/2006/relationships/notesSlide" Target="/ppt/notesSlides/notesSlide76.xml" Id="R43cd0788fa884974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110634f904b8c" /><Relationship Type="http://schemas.openxmlformats.org/officeDocument/2006/relationships/image" Target="/ppt/media/image102.jpeg" Id="Rdadc2750c6e848d2" /><Relationship Type="http://schemas.openxmlformats.org/officeDocument/2006/relationships/notesSlide" Target="/ppt/notesSlides/notesSlide77.xml" Id="Ref16877b957c41f0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6ed96fb8c4e0c" /><Relationship Type="http://schemas.openxmlformats.org/officeDocument/2006/relationships/image" Target="/ppt/media/image103.jpeg" Id="R9047825a2cbe4cfd" /><Relationship Type="http://schemas.openxmlformats.org/officeDocument/2006/relationships/notesSlide" Target="/ppt/notesSlides/notesSlide78.xml" Id="R530949e85eb54594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b020ec8b44d51" /><Relationship Type="http://schemas.openxmlformats.org/officeDocument/2006/relationships/image" Target="/ppt/media/image104.jpeg" Id="Rb3aae42d9a844edf" /><Relationship Type="http://schemas.openxmlformats.org/officeDocument/2006/relationships/notesSlide" Target="/ppt/notesSlides/notesSlide79.xml" Id="R72a45aa2a2364cba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71da8b5af49dc" /><Relationship Type="http://schemas.openxmlformats.org/officeDocument/2006/relationships/image" Target="/ppt/media/image105.jpeg" Id="Rc2ce2094d103418e" /><Relationship Type="http://schemas.openxmlformats.org/officeDocument/2006/relationships/notesSlide" Target="/ppt/notesSlides/notesSlide80.xml" Id="R922a4f11889f4d76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cc77598c94922" /><Relationship Type="http://schemas.openxmlformats.org/officeDocument/2006/relationships/image" Target="/ppt/media/image106.jpeg" Id="R6706c88619dd4535" /><Relationship Type="http://schemas.openxmlformats.org/officeDocument/2006/relationships/notesSlide" Target="/ppt/notesSlides/notesSlide81.xml" Id="R6ab491475752420c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d72b312ca4f8c" /><Relationship Type="http://schemas.openxmlformats.org/officeDocument/2006/relationships/notesSlide" Target="/ppt/notesSlides/notesSlide82.xml" Id="R0e2dd51de8084ae3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90bcbca024f64" /><Relationship Type="http://schemas.openxmlformats.org/officeDocument/2006/relationships/image" Target="/ppt/media/image107.jpeg" Id="R545bb382e1194d59" /><Relationship Type="http://schemas.openxmlformats.org/officeDocument/2006/relationships/notesSlide" Target="/ppt/notesSlides/notesSlide83.xml" Id="R4f425252a1514ccc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c3624e9b4400c" /><Relationship Type="http://schemas.openxmlformats.org/officeDocument/2006/relationships/image" Target="/ppt/media/image108.jpeg" Id="R45362341ad56477c" /><Relationship Type="http://schemas.openxmlformats.org/officeDocument/2006/relationships/image" Target="/ppt/media/image109.jpeg" Id="R9c2ed569509443ef" /><Relationship Type="http://schemas.openxmlformats.org/officeDocument/2006/relationships/notesSlide" Target="/ppt/notesSlides/notesSlide84.xml" Id="Rab5f3412ad964ea8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80df731d54d71" /><Relationship Type="http://schemas.openxmlformats.org/officeDocument/2006/relationships/image" Target="/ppt/media/image110.jpeg" Id="R8e3bd92fe1ea4daf" /><Relationship Type="http://schemas.openxmlformats.org/officeDocument/2006/relationships/notesSlide" Target="/ppt/notesSlides/notesSlide85.xml" Id="Rd659bb56bac54b1d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572991404451e" /><Relationship Type="http://schemas.openxmlformats.org/officeDocument/2006/relationships/image" Target="/ppt/media/image111.jpeg" Id="Rbbef533bc7224814" /><Relationship Type="http://schemas.openxmlformats.org/officeDocument/2006/relationships/notesSlide" Target="/ppt/notesSlides/notesSlide86.xml" Id="R16093d5472d94f55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cdd84e19e48ef" /><Relationship Type="http://schemas.openxmlformats.org/officeDocument/2006/relationships/image" Target="/ppt/media/image112.jpeg" Id="Rd647c10a216c4b8a" /><Relationship Type="http://schemas.openxmlformats.org/officeDocument/2006/relationships/notesSlide" Target="/ppt/notesSlides/notesSlide87.xml" Id="Rcdf56da962604ca5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f3614259a41b4" /><Relationship Type="http://schemas.openxmlformats.org/officeDocument/2006/relationships/image" Target="/ppt/media/image113.jpeg" Id="R264d037fd7a741d9" /><Relationship Type="http://schemas.openxmlformats.org/officeDocument/2006/relationships/image" Target="/ppt/media/image114.jpeg" Id="Rc2ffae289a6d4d5b" /><Relationship Type="http://schemas.openxmlformats.org/officeDocument/2006/relationships/notesSlide" Target="/ppt/notesSlides/notesSlide88.xml" Id="R83eb50f54e174baf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41eae029a4c7f" /><Relationship Type="http://schemas.openxmlformats.org/officeDocument/2006/relationships/image" Target="/ppt/media/image115.jpeg" Id="Rec9a91eb15044fe6" /><Relationship Type="http://schemas.openxmlformats.org/officeDocument/2006/relationships/image" Target="/ppt/media/image116.jpeg" Id="Rb52db936871c450f" /><Relationship Type="http://schemas.openxmlformats.org/officeDocument/2006/relationships/notesSlide" Target="/ppt/notesSlides/notesSlide89.xml" Id="R3fb5dffa8c3a44b6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4dd5a73ba4697" /><Relationship Type="http://schemas.openxmlformats.org/officeDocument/2006/relationships/notesSlide" Target="/ppt/notesSlides/notesSlide90.xml" Id="R09f34e3e2e004ecb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4285f419e4dbd" /><Relationship Type="http://schemas.openxmlformats.org/officeDocument/2006/relationships/image" Target="/ppt/media/image117.jpeg" Id="Rd6be857380ea4e44" /><Relationship Type="http://schemas.openxmlformats.org/officeDocument/2006/relationships/notesSlide" Target="/ppt/notesSlides/notesSlide91.xml" Id="Rd5def49174ba4bc9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45245d5a54570" /><Relationship Type="http://schemas.openxmlformats.org/officeDocument/2006/relationships/image" Target="/ppt/media/image118.jpeg" Id="Rbc64e11f931246fc" /><Relationship Type="http://schemas.openxmlformats.org/officeDocument/2006/relationships/notesSlide" Target="/ppt/notesSlides/notesSlide92.xml" Id="R0ec27fee374a435d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600cc42474e8e" /><Relationship Type="http://schemas.openxmlformats.org/officeDocument/2006/relationships/image" Target="/ppt/media/image119.jpeg" Id="Rb5aae36510cc40d4" /><Relationship Type="http://schemas.openxmlformats.org/officeDocument/2006/relationships/image" Target="/ppt/media/image120.jpeg" Id="R399b5b2d445d45b2" /><Relationship Type="http://schemas.openxmlformats.org/officeDocument/2006/relationships/notesSlide" Target="/ppt/notesSlides/notesSlide93.xml" Id="R1ce215d3e30449bf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6cd1466a94860" /><Relationship Type="http://schemas.openxmlformats.org/officeDocument/2006/relationships/notesSlide" Target="/ppt/notesSlides/notesSlide94.xml" Id="R8e780b1758894000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b9bd011764730" /><Relationship Type="http://schemas.openxmlformats.org/officeDocument/2006/relationships/notesSlide" Target="/ppt/notesSlides/notesSlide95.xml" Id="R592efc1caa784a44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6256c3d394daf" /><Relationship Type="http://schemas.openxmlformats.org/officeDocument/2006/relationships/notesSlide" Target="/ppt/notesSlides/notesSlide96.xml" Id="Rbebd770d54ca4728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36963403048e0" /><Relationship Type="http://schemas.openxmlformats.org/officeDocument/2006/relationships/notesSlide" Target="/ppt/notesSlides/notesSlide97.xml" Id="R8f497046c36f42f6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db949127241a9" /><Relationship Type="http://schemas.openxmlformats.org/officeDocument/2006/relationships/notesSlide" Target="/ppt/notesSlides/notesSlide98.xml" Id="Rc409fadb15214fc2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3e506432341f3" /><Relationship Type="http://schemas.openxmlformats.org/officeDocument/2006/relationships/notesSlide" Target="/ppt/notesSlides/notesSlide99.xml" Id="Rb07e2cf0b33a4777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fd802525d4c91" /><Relationship Type="http://schemas.openxmlformats.org/officeDocument/2006/relationships/notesSlide" Target="/ppt/notesSlides/notesSlide100.xml" Id="Rd6efcc3042794bda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eaffa50124162" /><Relationship Type="http://schemas.openxmlformats.org/officeDocument/2006/relationships/notesSlide" Target="/ppt/notesSlides/notesSlide101.xml" Id="R423ceb29dcc54969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206b43f8949da" /><Relationship Type="http://schemas.openxmlformats.org/officeDocument/2006/relationships/image" Target="/ppt/media/image121.jpeg" Id="Rc53e2f8d596f4c43" /><Relationship Type="http://schemas.openxmlformats.org/officeDocument/2006/relationships/notesSlide" Target="/ppt/notesSlides/notesSlide102.xml" Id="Ra4b7a47d25d546f3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5c65627c44e18" /><Relationship Type="http://schemas.openxmlformats.org/officeDocument/2006/relationships/image" Target="/ppt/media/image122.jpeg" Id="R0995a066fb464355" /><Relationship Type="http://schemas.openxmlformats.org/officeDocument/2006/relationships/notesSlide" Target="/ppt/notesSlides/notesSlide103.xml" Id="R51c619f232ed4de6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ca62d4db0490d" /><Relationship Type="http://schemas.openxmlformats.org/officeDocument/2006/relationships/notesSlide" Target="/ppt/notesSlides/notesSlide104.xml" Id="R3ba776f560014196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16b92847746e5" /><Relationship Type="http://schemas.openxmlformats.org/officeDocument/2006/relationships/notesSlide" Target="/ppt/notesSlides/notesSlide105.xml" Id="R7f11b99defa444fe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8f483f0a04871" /><Relationship Type="http://schemas.openxmlformats.org/officeDocument/2006/relationships/notesSlide" Target="/ppt/notesSlides/notesSlide106.xml" Id="R7caace83f6e64722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c78c5a6f6457a" /><Relationship Type="http://schemas.openxmlformats.org/officeDocument/2006/relationships/notesSlide" Target="/ppt/notesSlides/notesSlide107.xml" Id="R692e242ac7e94a9e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bb56ecb8f4a93" /><Relationship Type="http://schemas.openxmlformats.org/officeDocument/2006/relationships/image" Target="/ppt/media/image123.jpeg" Id="R05f0ec8851a64380" /><Relationship Type="http://schemas.openxmlformats.org/officeDocument/2006/relationships/notesSlide" Target="/ppt/notesSlides/notesSlide108.xml" Id="Rd3bad3728ee24e37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f2a52653b4391" /><Relationship Type="http://schemas.openxmlformats.org/officeDocument/2006/relationships/notesSlide" Target="/ppt/notesSlides/notesSlide109.xml" Id="Raa16dddadc204e48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63be5d78a4a1c" /><Relationship Type="http://schemas.openxmlformats.org/officeDocument/2006/relationships/notesSlide" Target="/ppt/notesSlides/notesSlide110.xml" Id="R66b839a798e548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D8481-4B2B-4AC2-B377-0D3A96F4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組立・取扱説明書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5A852-3ED7-4C89-AD30-1D9EFB79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ガラスプレート昇降装置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65915-0482-41E4-AABE-98BAD91B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6609A-69A2-4149-B094-0A3581B1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562D7-7C57-4583-A42D-FDF7A24D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CB3E7-5831-4DC3-BF93-4641981A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40944-448F-4DFA-9EA7-B19F8F45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542925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55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購入した部品を、</a:t>
            </a:r>
          </a:p>
          <a:p xmlns:a="http://schemas.openxmlformats.org/drawingml/2006/main">
            <a:pPr>
              <a:defRPr sz="255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55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どこへ・どの向きで・</a:t>
            </a:r>
          </a:p>
          <a:p xmlns:a="http://schemas.openxmlformats.org/drawingml/2006/main">
            <a:pPr>
              <a:defRPr sz="255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55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どう固定するか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EE903-7E2B-4CA8-9D50-9135FBE1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68 mm昇降・6分割の電子箱</a:t>
            </a:r>
          </a:p>
          <a:p xmlns:a="http://schemas.openxmlformats.org/drawingml/2006/main">
            <a:pPr>
              <a:defRPr sz="20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部材・組立・配線・使い方</a:t>
            </a:r>
          </a:p>
          <a:p xmlns:a="http://schemas.openxmlformats.org/drawingml/2006/main">
            <a:pPr>
              <a:defRPr sz="20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Adventurer 5M Pro対応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dccc711d94303"/>
          <a:stretch xmlns:a="http://schemas.openxmlformats.org/drawingml/2006/main"/>
        </p:blipFill>
        <p:spPr>
          <a:xfrm xmlns:a="http://schemas.openxmlformats.org/drawingml/2006/main">
            <a:off x="5810250" y="1672998"/>
            <a:ext cx="5876925" cy="419780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6941E-4573-4FCA-8329-ADED8864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650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</p:spTree>
    <p:extLst>
      <p:ext uri="{BB962C8B-B14F-4D97-AF65-F5344CB8AC3E}">
        <p14:creationId xmlns:p14="http://schemas.microsoft.com/office/powerpoint/2010/main" val="729419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6AAFD-EB54-4574-8952-0E76629D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最初に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5DF6A-AA7E-4A7A-A486-BC0FF1BF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この説明書の読み方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F3181-E132-44CE-90C6-48111AB4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A2904-F276-4885-BF14-406C19CC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96660-76E9-491C-B884-A5D2E05E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147C3-4C5A-45D6-A91B-25E5B970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73430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図の読み方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意味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分解図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部品を離した説明図。固定後は合わせ面を密着させる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挿入図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挿入前後の図で、部品を入れる方向を確認する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部品名と型番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購入部材一覧・部品の袋・STLの名前と照合する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図の向き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モーターのU字開口側を駆動部の正面と呼ぶ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確認欄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工程を終える前に、現物で確かめること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590B1-B65B-4C04-B63E-189C15EE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寸法の単位はmm。図中の金色は黄銅ナット・インサート、銀色はねじなどの金属部品。</a:t>
            </a:r>
          </a:p>
        </p:txBody>
      </p:sp>
    </p:spTree>
    <p:extLst>
      <p:ext uri="{BB962C8B-B14F-4D97-AF65-F5344CB8AC3E}">
        <p14:creationId xmlns:p14="http://schemas.microsoft.com/office/powerpoint/2010/main" val="960116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4D0EC-9091-4561-9702-F9B3FAB0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装置の全体像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C91B6-F69C-44F4-8BF6-3C46B0BA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完成時の向きと高さ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4CB69-FDC5-4E09-9472-05CE5D5C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AEF5A-DB0F-42F6-8666-21F8BC96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76467-7948-409B-A376-2947358F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93A0A-6000-49D5-96EB-1F189C85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7c351e1674220"/>
          <a:stretch xmlns:a="http://schemas.openxmlformats.org/drawingml/2006/main"/>
        </p:blipFill>
        <p:spPr>
          <a:xfrm xmlns:a="http://schemas.openxmlformats.org/drawingml/2006/main">
            <a:off x="7277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F72A5-BE9C-45D1-947F-1A695A4E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DOWN：ガラス下面17 mm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a1b371ea2489d"/>
          <a:stretch xmlns:a="http://schemas.openxmlformats.org/drawingml/2006/main"/>
        </p:blipFill>
        <p:spPr>
          <a:xfrm xmlns:a="http://schemas.openxmlformats.org/drawingml/2006/main">
            <a:off x="65189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FE5A8-5386-4213-9918-85291C8F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UP：ガラス下面85 mm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50390-2535-42F5-B0BF-49DC2E9F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実験台の上面から測る。移動量は68 mm。実機ではスイッチの復帰位置で合わせる。</a:t>
            </a:r>
          </a:p>
        </p:txBody>
      </p:sp>
    </p:spTree>
    <p:extLst>
      <p:ext uri="{BB962C8B-B14F-4D97-AF65-F5344CB8AC3E}">
        <p14:creationId xmlns:p14="http://schemas.microsoft.com/office/powerpoint/2010/main" val="2885478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3D54B-1112-45F2-A684-5BAB6F4F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作業の道順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B17F4-3BB7-44EC-8E38-49F485A9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どの順番で組むか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33D15-58FD-493D-B9EB-B403F8B1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DA9D0-0D44-417A-A754-785598D1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69858-86F3-4A64-B568-293B9508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B395F-0643-499D-AD4F-AE40BDE5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04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621030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工程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ページ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部品・ねじ・インサートの準備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p.6–30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モーター・軸受・送りねじ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p.31–39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レール・キャリア・リミット・ホルダー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p.40–55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電子箱と配線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p.56–81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試験片・印刷・高さ調整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p.82–93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通電・パソコン準備・使い方・保守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p.94–110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95C61-666C-482C-881C-68F83EF4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先にインサートを入れる。軸まわりを組んだ後にキャリアとホルダーを取り付ける。</a:t>
            </a:r>
          </a:p>
        </p:txBody>
      </p:sp>
    </p:spTree>
    <p:extLst>
      <p:ext uri="{BB962C8B-B14F-4D97-AF65-F5344CB8AC3E}">
        <p14:creationId xmlns:p14="http://schemas.microsoft.com/office/powerpoint/2010/main" val="14541555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C550E-E211-4A2A-86A9-8D49C73F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装置の全体像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16831-7E75-4464-B058-F7FD0FF5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装置の構成と寸法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33D06-E1EF-4125-9523-F725499D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ABDCA-C524-46ED-8870-A0E5C1A9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910D8-C6D8-40C8-B5B5-2E60B6CC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794D4-BD55-453C-937D-636F266D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05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73430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対象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仕様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送りねじ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MTSRA8-120-S20-Q6／移動量68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ベース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短手74 × 長手122 mm。フレームと電子箱を同じ側から固定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キャリア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レールブロック取付板・黄銅ナット取付板・接続腕の3部品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リミット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黄銅ナット取付板の上下の面で、スイッチのレバーを押す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電子箱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幅68 × 奥行63 × 高さ83 mm。6枚のパネルをねじで組む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印刷部品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14部品を各1個。STLは印刷姿勢・mm単位で収録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0930A-C190-4697-9148-7E9F1EBF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ガラス50×50×2.3 mm、ホルダー溝2.9 mm。機械ストップとリミットを両方使う。</a:t>
            </a:r>
          </a:p>
        </p:txBody>
      </p:sp>
    </p:spTree>
    <p:extLst>
      <p:ext uri="{BB962C8B-B14F-4D97-AF65-F5344CB8AC3E}">
        <p14:creationId xmlns:p14="http://schemas.microsoft.com/office/powerpoint/2010/main" val="1442016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EBC67-D779-44C0-B72D-45C5EFE5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準備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18E53-3A40-49D5-B814-FAC152E8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印刷部品の照合：ベースと駆動部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4FA73-9580-4BA7-BA10-D5854BD3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9348E-701B-46C2-9ACA-41C38A66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AC55A-16E7-4F03-9B8D-8CD5FF0C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1BBF4-E809-49D5-BCDF-EB127F36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06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674880bf249a4"/>
          <a:stretch xmlns:a="http://schemas.openxmlformats.org/drawingml/2006/main"/>
        </p:blipFill>
        <p:spPr>
          <a:xfrm xmlns:a="http://schemas.openxmlformats.org/drawingml/2006/main">
            <a:off x="1262063" y="1571625"/>
            <a:ext cx="1933575" cy="1381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99846-D542-4303-BD72-6C9D3AF5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62275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ベース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75E41-E8C7-4CC1-9DF5-CDC5A5AE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62325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74×122 mm</a:t>
            </a:r>
          </a:p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電子箱側の端まで底板がある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886dab8024849"/>
          <a:stretch xmlns:a="http://schemas.openxmlformats.org/drawingml/2006/main"/>
        </p:blipFill>
        <p:spPr>
          <a:xfrm xmlns:a="http://schemas.openxmlformats.org/drawingml/2006/main">
            <a:off x="5024438" y="1571625"/>
            <a:ext cx="1933575" cy="1381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60C1D-522E-45AF-9773-06C3ADEA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62275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駆動フレーム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1C735-0471-4D24-8062-340E9F16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62325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モーター用U字開口</a:t>
            </a:r>
          </a:p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軸受押さえ用の凹みを備える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e801f4e9940fc"/>
          <a:stretch xmlns:a="http://schemas.openxmlformats.org/drawingml/2006/main"/>
        </p:blipFill>
        <p:spPr>
          <a:xfrm xmlns:a="http://schemas.openxmlformats.org/drawingml/2006/main">
            <a:off x="8786813" y="1571625"/>
            <a:ext cx="1933575" cy="13811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2AF33-D878-48D9-A210-1621E633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62275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軸受押さえ（蓋）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F13CC-09DB-41D2-8127-7693DFF4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62325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フレームの凹みに収める</a:t>
            </a:r>
          </a:p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M2×12で3点固定</a:t>
            </a:r>
          </a:p>
        </p:txBody>
      </p:sp>
    </p:spTree>
    <p:extLst>
      <p:ext uri="{BB962C8B-B14F-4D97-AF65-F5344CB8AC3E}">
        <p14:creationId xmlns:p14="http://schemas.microsoft.com/office/powerpoint/2010/main" val="1975803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AC3AB7-7005-4609-8AD9-9238A693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準備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FBF3D-FFD2-4193-8CC3-7F08E4FE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印刷部品の照合：電子箱の6枚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DDDE7-FA3B-4FB7-BD41-BA8CB171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B19AB-A0BD-4961-8995-9C7BEEFB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384D0-1055-4D26-A10D-C5C54E02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E512A-7F9F-4377-B011-EAE50E2D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07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424f36d234218"/>
          <a:stretch xmlns:a="http://schemas.openxmlformats.org/drawingml/2006/main"/>
        </p:blipFill>
        <p:spPr>
          <a:xfrm xmlns:a="http://schemas.openxmlformats.org/drawingml/2006/main">
            <a:off x="1262063" y="1571625"/>
            <a:ext cx="1933575" cy="1381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9C41D-9BB9-479F-B0C5-3339B45D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62275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底板（Tic取付）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71742-F7B8-44A1-859C-44D6DAED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62325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基板用の小さな柱が2本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38e6013e44c42"/>
          <a:stretch xmlns:a="http://schemas.openxmlformats.org/drawingml/2006/main"/>
        </p:blipFill>
        <p:spPr>
          <a:xfrm xmlns:a="http://schemas.openxmlformats.org/drawingml/2006/main">
            <a:off x="5024438" y="1571625"/>
            <a:ext cx="1933575" cy="1381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4EAC5-D136-4171-B2B7-19730F50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62275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天板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CE07A-2012-42CD-9471-DFF83005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62325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中央の通気穴・四隅のねじ穴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30e88f51b4e73"/>
          <a:stretch xmlns:a="http://schemas.openxmlformats.org/drawingml/2006/main"/>
        </p:blipFill>
        <p:spPr>
          <a:xfrm xmlns:a="http://schemas.openxmlformats.org/drawingml/2006/main">
            <a:off x="8786813" y="1571625"/>
            <a:ext cx="1933575" cy="13811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1B612-1EC0-4795-AEDD-492D869F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62275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USB側板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BC81C-7F63-4B08-8B97-B516DD21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62325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下寄りの18×12 mm開口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1363842ee4cf3"/>
          <a:stretch xmlns:a="http://schemas.openxmlformats.org/drawingml/2006/main"/>
        </p:blipFill>
        <p:spPr>
          <a:xfrm xmlns:a="http://schemas.openxmlformats.org/drawingml/2006/main">
            <a:off x="1262063" y="3905250"/>
            <a:ext cx="1933575" cy="13811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F77E9-3949-4471-B67D-25423F9A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駆動側板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31081-9B47-47A5-84A0-9D9EE290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95950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中央の41×16 mm配線口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1daf7c7a84bbb"/>
          <a:stretch xmlns:a="http://schemas.openxmlformats.org/drawingml/2006/main"/>
        </p:blipFill>
        <p:spPr>
          <a:xfrm xmlns:a="http://schemas.openxmlformats.org/drawingml/2006/main">
            <a:off x="5024438" y="3905250"/>
            <a:ext cx="1933575" cy="13811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E2B86-25C3-4B5C-B111-915A4082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2959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ヒューズ側板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8A3E55-0568-47AC-A9D0-FCC1271C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丸穴1個・ベース用受け2個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3c6b9336e48d3"/>
          <a:stretch xmlns:a="http://schemas.openxmlformats.org/drawingml/2006/main"/>
        </p:blipFill>
        <p:spPr>
          <a:xfrm xmlns:a="http://schemas.openxmlformats.org/drawingml/2006/main">
            <a:off x="8786813" y="3905250"/>
            <a:ext cx="1933575" cy="138112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F75AD7-CB38-4851-AC74-2166E550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959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電源側板（I/Oパネル）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3543D2-1AA1-45AD-B70A-12619200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695950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主電源の丸穴・XT60の角穴</a:t>
            </a:r>
          </a:p>
        </p:txBody>
      </p:sp>
    </p:spTree>
    <p:extLst>
      <p:ext uri="{BB962C8B-B14F-4D97-AF65-F5344CB8AC3E}">
        <p14:creationId xmlns:p14="http://schemas.microsoft.com/office/powerpoint/2010/main" val="10298913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EBDE2-1ADD-4441-94B1-D19076B2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準備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0A883-35AF-4D17-9E5A-CBF8213B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印刷部品の照合：可動部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42CA1-9F3D-460E-B6D8-5AB2AF01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29DFA-CC6C-4882-847E-C5FFCC37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4F31B-E46C-4058-8771-8DFF673D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6B127-1022-4CF4-8D16-4DD586B9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08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db51f15894127"/>
          <a:stretch xmlns:a="http://schemas.openxmlformats.org/drawingml/2006/main"/>
        </p:blipFill>
        <p:spPr>
          <a:xfrm xmlns:a="http://schemas.openxmlformats.org/drawingml/2006/main">
            <a:off x="1262063" y="1571625"/>
            <a:ext cx="1933575" cy="1381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A331C-C84C-4DEB-A488-3C829BB0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62275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レールブロック取付板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5EC6F-6A6B-4324-A62A-0CB782EB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62325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M2穴4個</a:t>
            </a:r>
          </a:p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上面：M3インサート2個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df694f847461f"/>
          <a:stretch xmlns:a="http://schemas.openxmlformats.org/drawingml/2006/main"/>
        </p:blipFill>
        <p:spPr>
          <a:xfrm xmlns:a="http://schemas.openxmlformats.org/drawingml/2006/main">
            <a:off x="5024438" y="1571625"/>
            <a:ext cx="1933575" cy="1381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7A527-B73D-432D-8289-00E82973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62275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黄銅ナット取付板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06D1D-4392-4EAF-BEF8-AF58CBE0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62325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M4穴4個</a:t>
            </a:r>
          </a:p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側面：M3インサート2個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75b269d604800"/>
          <a:stretch xmlns:a="http://schemas.openxmlformats.org/drawingml/2006/main"/>
        </p:blipFill>
        <p:spPr>
          <a:xfrm xmlns:a="http://schemas.openxmlformats.org/drawingml/2006/main">
            <a:off x="8786813" y="1571625"/>
            <a:ext cx="1933575" cy="13811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ED8C8-59D6-40F3-9BFF-AD5EE681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62275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ガラスホルダー接続腕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14B63-3A96-47FB-89AF-D1C89810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62325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厚さ6 mm・2組のM3取付穴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592b7debc40a9"/>
          <a:stretch xmlns:a="http://schemas.openxmlformats.org/drawingml/2006/main"/>
        </p:blipFill>
        <p:spPr>
          <a:xfrm xmlns:a="http://schemas.openxmlformats.org/drawingml/2006/main">
            <a:off x="1262063" y="3905250"/>
            <a:ext cx="1933575" cy="13811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5B1F5-F7DC-431F-B316-7B7A8F46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ガラスホルダー本体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6ECE4-BBDD-4B71-950F-51A25082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95950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ガラス溝2.9 mm</a:t>
            </a:r>
          </a:p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側面：M3インサート2個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4d3b21db34fa3"/>
          <a:stretch xmlns:a="http://schemas.openxmlformats.org/drawingml/2006/main"/>
        </p:blipFill>
        <p:spPr>
          <a:xfrm xmlns:a="http://schemas.openxmlformats.org/drawingml/2006/main">
            <a:off x="5024438" y="3905250"/>
            <a:ext cx="1933575" cy="13811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253EE2-AE5F-4BC0-90C8-767FECDB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2959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ガラスホルダー前枠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0450E-5619-4024-8C4E-9CC3A980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本体と合わせてガラスを保持</a:t>
            </a:r>
          </a:p>
        </p:txBody>
      </p:sp>
    </p:spTree>
    <p:extLst>
      <p:ext uri="{BB962C8B-B14F-4D97-AF65-F5344CB8AC3E}">
        <p14:creationId xmlns:p14="http://schemas.microsoft.com/office/powerpoint/2010/main" val="3072288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7895B9-9DB7-42A6-90A3-3BC1CF2A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購入部品の照合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9A563-E53C-4FC1-A45E-A8DD1CF9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機構部品：回転を上下動へ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CF7A1-406C-4915-8E64-DAED405E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EA4D8-312D-491F-A5F7-39454B2A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B6DE3-D53F-404B-B7D5-B3109B2C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86F6B-300B-4AF9-844B-10922926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09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f23cce9344dc5"/>
          <a:stretch xmlns:a="http://schemas.openxmlformats.org/drawingml/2006/main"/>
        </p:blipFill>
        <p:spPr>
          <a:xfrm xmlns:a="http://schemas.openxmlformats.org/drawingml/2006/main">
            <a:off x="726758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4A2BB-56AF-4C69-8A2F-202A3D39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ステッピングモーター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DC5DE-65AF-48DE-B78B-198E7C19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C-42STM01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DA310-1BAC-4A7E-A4F5-1173A41F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使う数：1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eb8ae4eb34569"/>
          <a:stretch xmlns:a="http://schemas.openxmlformats.org/drawingml/2006/main"/>
        </p:blipFill>
        <p:spPr>
          <a:xfrm xmlns:a="http://schemas.openxmlformats.org/drawingml/2006/main">
            <a:off x="4489133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DD792-F93A-400B-9129-A8F43758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送りねじ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32A86-0B97-4A1F-A42A-AE6DB477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MTSRA8-120-S20-Q6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91230-D01A-4B5F-8903-9E88E2C4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使う数：1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6529cb5f548ff"/>
          <a:stretch xmlns:a="http://schemas.openxmlformats.org/drawingml/2006/main"/>
        </p:blipFill>
        <p:spPr>
          <a:xfrm xmlns:a="http://schemas.openxmlformats.org/drawingml/2006/main">
            <a:off x="8251508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687F3-56D3-4C70-97C8-00FAB6E4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黄銅フランジナット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8C062-C31A-4DC2-9D7D-1CAF2611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MTSFR8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58767-83EE-4AFD-975F-EA4EF8DB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3239D6-9823-4BC9-8BE4-6E7D10E5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単体3Dモデルで部品を照合し、以降の工程で取り付け位置を確認する。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6493088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518E7-7EAB-46C9-96F1-1097D639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購入部品の照合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7F236-828D-491B-897C-A0D51795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機構部品：軸と直進の案内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0CA86-E9FB-48FD-9FBF-496AF4E4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5830A-D033-422C-BA7E-0EA1BC52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5C547-5072-4290-AA2D-261E3859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B8A19-FDC2-4627-BFF8-FF25B84E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10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fe5b380294736"/>
          <a:stretch xmlns:a="http://schemas.openxmlformats.org/drawingml/2006/main"/>
        </p:blipFill>
        <p:spPr>
          <a:xfrm xmlns:a="http://schemas.openxmlformats.org/drawingml/2006/main">
            <a:off x="726758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79255-935B-46F1-BEE2-2B59532A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リニアガイド（レール＋ブロック）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3A1CB-EA5F-4A00-85ED-57ACE658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SSEB8-100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CB902-CA48-4C73-BC75-53A2147A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使う数：1組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b651a4c8e429e"/>
          <a:stretch xmlns:a="http://schemas.openxmlformats.org/drawingml/2006/main"/>
        </p:blipFill>
        <p:spPr>
          <a:xfrm xmlns:a="http://schemas.openxmlformats.org/drawingml/2006/main">
            <a:off x="4489133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0C48D-0DE2-41D4-9FA4-B19EF830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軸継手（カップリング）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1990D-634A-449F-89C5-5468A830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CPL16-5-6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B1389-868F-4C97-9BC6-CE60585D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使う数：1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068e61e9f4b6c"/>
          <a:stretch xmlns:a="http://schemas.openxmlformats.org/drawingml/2006/main"/>
        </p:blipFill>
        <p:spPr>
          <a:xfrm xmlns:a="http://schemas.openxmlformats.org/drawingml/2006/main">
            <a:off x="8251508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09AAA1-B4FB-4ECC-BDB9-0717121A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セットカラー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25FA0-4902-4725-92FD-55B3628C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PSCCJ6-5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E3038-E792-43A9-A95C-9D98EA22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F98BE-7EE4-499C-BEB2-D8CE9890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単体3Dモデルで部品を照合し、以降の工程で取り付け位置を確認する。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3657906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2D4AEE-D32A-45DB-A1F4-A8F288CB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購入部品の照合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5C3C5-C746-4F98-A28C-EDD2A023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小さな部品も役割を確認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3947C-EA9B-47F9-8630-9C85CD2C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24F39-8D84-4441-B270-C1A083DA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01F55-2228-4D00-A6D9-09BC7C0B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B33F3-E452-4E61-92D8-7DA188F1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11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2d6b266304489"/>
          <a:stretch xmlns:a="http://schemas.openxmlformats.org/drawingml/2006/main"/>
        </p:blipFill>
        <p:spPr>
          <a:xfrm xmlns:a="http://schemas.openxmlformats.org/drawingml/2006/main">
            <a:off x="726758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0755D-6B67-4F38-99A0-332FE78E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深溝玉軸受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99F35-EF4C-4AE6-AB0D-219B413C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696ZZ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48A55-0B98-461F-8330-419F0B7C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使う数：1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b5f0e23f34226"/>
          <a:stretch xmlns:a="http://schemas.openxmlformats.org/drawingml/2006/main"/>
        </p:blipFill>
        <p:spPr>
          <a:xfrm xmlns:a="http://schemas.openxmlformats.org/drawingml/2006/main">
            <a:off x="4489133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8F37E-3A13-4DE1-A229-D598B3F0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精密シム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A5D51-4032-435A-908E-E706F4FE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CIMR6-12-0.5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5F35E-4EE7-4438-AE44-B3858A29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使う数：2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18686961c415d"/>
          <a:stretch xmlns:a="http://schemas.openxmlformats.org/drawingml/2006/main"/>
        </p:blipFill>
        <p:spPr>
          <a:xfrm xmlns:a="http://schemas.openxmlformats.org/drawingml/2006/main">
            <a:off x="8251508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C1850-1B3D-4799-A9C8-917D689D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ウレタン先端の支持ねじ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E42BB-1E33-43EA-9804-8CDBA885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USLL6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BF4089-2A47-4F61-A37A-F2CEB2DE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8A10E-E537-4FBF-BA0E-A33B3EA6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単体3Dモデルで部品を照合し、以降の工程で取り付け位置を確認する。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702817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AD02C-EE55-4293-A41D-F25D4D6C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購入部品の照合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8F3DF-EEEB-49D3-A9FE-1D07E7B6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検出・制御・ガラス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3C4BB-0D07-479D-B080-4EA44967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DE53C-FBD2-4041-8410-493CC4D4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DABE2-638C-4D55-9521-DE0FF976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612EB-616C-4611-86CE-DD82E2A9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12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82c92458b4472"/>
          <a:stretch xmlns:a="http://schemas.openxmlformats.org/drawingml/2006/main"/>
        </p:blipFill>
        <p:spPr>
          <a:xfrm xmlns:a="http://schemas.openxmlformats.org/drawingml/2006/main">
            <a:off x="726758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C5B82-4EA3-4E72-A73D-EB5EC445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リミットスイッチ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77A2D-A502-4ED8-8F36-D7097CC1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SS-01GL13-E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5908B-1321-4F44-9A4B-B8307483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使う数：2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d9d1f75464c70"/>
          <a:stretch xmlns:a="http://schemas.openxmlformats.org/drawingml/2006/main"/>
        </p:blipFill>
        <p:spPr>
          <a:xfrm xmlns:a="http://schemas.openxmlformats.org/drawingml/2006/main">
            <a:off x="4489133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041E9-5232-4F99-BDD0-D275EBED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USBモーター制御基板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13ADF-69DF-4C2A-B9ED-3FD9AC6C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Pololu 3130 / Tic T825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E781E-2968-4E0A-8940-5D6A1CF8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使う数：1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91bf8d0ac43ad"/>
          <a:stretch xmlns:a="http://schemas.openxmlformats.org/drawingml/2006/main"/>
        </p:blipFill>
        <p:spPr>
          <a:xfrm xmlns:a="http://schemas.openxmlformats.org/drawingml/2006/main">
            <a:off x="8251508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931FD-8BE9-4314-B650-6B04CFFB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ランダムドットガラス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AF1B1-1593-4C5A-B3A2-8CE2B9E3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50×50×2.3 mm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1ED1B-487A-4B2F-8739-27B5A0B0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590A8-6691-4DDF-9D5C-CEF14639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単体3Dモデルで部品を照合し、以降の工程で取り付け位置を確認する。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3540708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81EB5-61B4-4F21-A0A0-4D0CC7CF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購入部品の照合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CB36B-1C47-4579-B30E-74685433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電源を受ける部品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E8A7D-211F-4AD8-B7FF-8B8996BE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C09B1-F2D7-4AFC-A1B9-ABCB8BCC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0A158-B1CE-4146-9DE6-F0E92DC5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6BEEC-7DD1-439B-9468-BF6F6B02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13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a7c4505af4784"/>
          <a:stretch xmlns:a="http://schemas.openxmlformats.org/drawingml/2006/main"/>
        </p:blipFill>
        <p:spPr>
          <a:xfrm xmlns:a="http://schemas.openxmlformats.org/drawingml/2006/main">
            <a:off x="726758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84703-ED28-4C6B-8A91-FF88A118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パネル用XT60メス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4A2A7-A5CC-44A6-8E9C-85E97A7A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LINSYRC XT60E-F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09D2A-4D6F-45F2-A3B4-1A6B869F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使う数：1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ec7224ed94a16"/>
          <a:stretch xmlns:a="http://schemas.openxmlformats.org/drawingml/2006/main"/>
        </p:blipFill>
        <p:spPr>
          <a:xfrm xmlns:a="http://schemas.openxmlformats.org/drawingml/2006/main">
            <a:off x="4489133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E50B8-69D0-4E39-953F-723931D0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XT60–バナナ電源ケーブル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4DDF6-6168-4F06-AFDC-1B00113C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Yiqigou B07RBKSFX4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B14FC-7BCA-4358-934E-0B9154C7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使う数：1本使用（2本組）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78ef521fa42cd"/>
          <a:stretch xmlns:a="http://schemas.openxmlformats.org/drawingml/2006/main"/>
        </p:blipFill>
        <p:spPr>
          <a:xfrm xmlns:a="http://schemas.openxmlformats.org/drawingml/2006/main">
            <a:off x="8251508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E7ADD-6063-4F21-8818-FE3C561C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主電源ロッカースイッチ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0E2BE-3A89-4117-9231-80E249AE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エーモン3214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CF945-50F9-4B6E-B0DA-FDE8C0A7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E8EEB-2259-4783-8481-5F8E13E0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単体3Dモデルで部品を照合し、以降の工程で取り付け位置を確認する。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7260850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662E6-5F5F-40D8-A3C3-96F0C888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購入部品の照合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ECD6B-0321-4831-8CE3-124537F1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ヒューズと電線の中継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D678B-DB66-49AE-9F72-EE3662E2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2F233-0695-4A8A-A46F-5DE5B3E4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5162F-BDE4-4A05-A94F-503C6700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2A00A-B56B-4CF2-A322-332551FA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3a62825654427"/>
          <a:stretch xmlns:a="http://schemas.openxmlformats.org/drawingml/2006/main"/>
        </p:blipFill>
        <p:spPr>
          <a:xfrm xmlns:a="http://schemas.openxmlformats.org/drawingml/2006/main">
            <a:off x="726758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2920D-AA7C-4B4E-BCE1-53209A72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パネル用ヒューズホルダー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5D8B4-7F12-4D7F-B5CA-BD427DFF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OHM KIT-NR312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86433-DCB4-429F-A576-B220338F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使う数：1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0f00434334e3b"/>
          <a:stretch xmlns:a="http://schemas.openxmlformats.org/drawingml/2006/main"/>
        </p:blipFill>
        <p:spPr>
          <a:xfrm xmlns:a="http://schemas.openxmlformats.org/drawingml/2006/main">
            <a:off x="4489133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B9ABF-78D6-49CD-B736-2BDB3770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ガラス管ヒューズ 2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9AA52-5AD3-4F09-A9C2-0EC153D8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エーモン3665内の2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E49C9-2CF4-4735-9C06-2FA00E04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使う数：1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ce8ec8ec04cc7"/>
          <a:stretch xmlns:a="http://schemas.openxmlformats.org/drawingml/2006/main"/>
        </p:blipFill>
        <p:spPr>
          <a:xfrm xmlns:a="http://schemas.openxmlformats.org/drawingml/2006/main">
            <a:off x="8251508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CE0EB-0F7A-4F2E-801A-90B88D93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レバー式中継コネクタ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87E98-77D8-428A-9529-2DCBCAE2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WAGO 221-412 / WFR-2BP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9C83D-668F-42C6-9B77-5C5F96D4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AF301-04DF-4EA3-82A7-254AFCFB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単体3Dモデルで部品を照合し、以降の工程で取り付け位置を確認する。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21125316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2D41D-8F6C-4D09-97AD-41BCDDE5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購入部品の照合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57D44-DD1A-4EA0-8B57-74E68E7E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端末を作る部品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78C9F-B048-48CF-BA69-81042EF5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A1719-CA59-4BF7-AC7F-01203C26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69DAA-EEEF-4592-8D71-C8BA5E6A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2269C-CB71-406B-8B40-2035D489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15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549fecd954102"/>
          <a:stretch xmlns:a="http://schemas.openxmlformats.org/drawingml/2006/main"/>
        </p:blipFill>
        <p:spPr>
          <a:xfrm xmlns:a="http://schemas.openxmlformats.org/drawingml/2006/main">
            <a:off x="726758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EAF5A-0F8D-408D-AC1A-328363FE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250型メス端子＋スリーブ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F615C-CEA6-4535-AE9D-4F4378AF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エーモン3311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43CCF-E730-4084-8868-2D983755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使う数：各2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6c9d009e1465c"/>
          <a:stretch xmlns:a="http://schemas.openxmlformats.org/drawingml/2006/main"/>
        </p:blipFill>
        <p:spPr>
          <a:xfrm xmlns:a="http://schemas.openxmlformats.org/drawingml/2006/main">
            <a:off x="4489133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AD265-B3F6-44B9-B133-BB59B67F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熱収縮チューブ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837AC-D19E-4283-A630-96C43DD5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エーモン1196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DDCAF-03C7-48A8-8CC4-450CCD11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使う数：必要長に切断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4c1774674459c"/>
          <a:stretch xmlns:a="http://schemas.openxmlformats.org/drawingml/2006/main"/>
        </p:blipFill>
        <p:spPr>
          <a:xfrm xmlns:a="http://schemas.openxmlformats.org/drawingml/2006/main">
            <a:off x="8251508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A63AC-A101-4344-A51F-080756C8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赤黒ダブルコード 0.50 sq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C5F4E-3575-41FC-8334-FD2EDC08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エーモン4942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368C6-DF05-4941-A0A2-8915F859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使う数：必要長に切断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0FD821-AF1F-43C6-B35A-8BAEEAD9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単体3Dモデルで部品を照合し、以降の工程で取り付け位置を確認する。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0884681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AE6B6-016F-42FE-B418-9039201D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購入部品の照合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D9E0D-D408-4AAF-A653-E6FFB87B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USB・ナット・インサート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9C864-DE51-4256-B6C4-96791079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34DAB-9211-4040-9FED-8284CD81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130C6-7F63-4408-BD59-54614F8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0DB71-04C2-4899-BE76-C4D46D6B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16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d614fa9ed436d"/>
          <a:stretch xmlns:a="http://schemas.openxmlformats.org/drawingml/2006/main"/>
        </p:blipFill>
        <p:spPr>
          <a:xfrm xmlns:a="http://schemas.openxmlformats.org/drawingml/2006/main">
            <a:off x="726758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87C9D-E0D5-4E9B-8500-12F793DF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USB-A–Micro-Bケーブル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B3259-68D4-494F-B9F5-53C88F94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ELECOM U2C-AMB10BK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422AB-A9B2-44B9-A76F-F800C8E4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使う数：1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407a75a0d4b26"/>
          <a:stretch xmlns:a="http://schemas.openxmlformats.org/drawingml/2006/main"/>
        </p:blipFill>
        <p:spPr>
          <a:xfrm xmlns:a="http://schemas.openxmlformats.org/drawingml/2006/main">
            <a:off x="4489133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5A6BE-FD82-4FB0-828C-EE19431E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六角ナット M2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9BF80-80AB-4378-AC28-3348D67C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NATTO-2-4-1.6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C08BA-5861-45DB-9BF5-E0C7F60C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使う数：13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e3714f8b644bf"/>
          <a:stretch xmlns:a="http://schemas.openxmlformats.org/drawingml/2006/main"/>
        </p:blipFill>
        <p:spPr>
          <a:xfrm xmlns:a="http://schemas.openxmlformats.org/drawingml/2006/main">
            <a:off x="8251508" y="1609725"/>
            <a:ext cx="3147060" cy="22479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ED6C1-89C6-41BF-94BB-1050A11E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719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熱圧入インサート M3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48F117-63B6-4A2C-8433-02A6F87D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91075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M3・外径4.6×長さ5.7 mm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02F49-C250-492D-ACD1-4E256C52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768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使う数：26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11B4CC-5FCF-4F99-A983-AAF3E23D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単体3Dモデルで部品を照合し、以降の工程で取り付け位置を確認する。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5522699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EC6BB-BD26-4C7C-AC3C-3E3B8545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ねじの準備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A3FE5-F05D-426D-B5EC-7A72B0C5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ねじは「首下の長さ」で選ぶ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F3E5B-2E4E-43AB-8E19-1F87BC78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F73AF-B5A5-48BD-9A7B-5AAE9244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4EFD7-2204-4385-B1CB-BB6079A8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81E40-7271-4C86-AD1B-475A4396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17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a0c70561544bf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2584E-8B57-42EE-8B55-9D76724D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六角穴付きねじセット B0GVD68M67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97863-C96A-4D17-AE90-CC753192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FF46A-EEAA-4CF4-ACAC-E2C92716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M2・M3・M4は、ねじ部の太さ。袋を分けて並べる。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BB9C8-57E3-491D-ACDC-9CDF0C46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43517-AB7A-4CE0-958F-5B0066D5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×12などの長さは、頭を含めず首下から先端まで測る。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F3A44-B495-4F7B-B002-6ED8B667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7FB36-0F06-4A35-8586-640798B1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座金や長いねじを勝手に足さず、次の表の組合せを使う。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BAA4E-980B-432F-9607-E6EA67B0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確認：頭の形・六角レンチのサイズも現物と合わせる。</a:t>
            </a:r>
          </a:p>
        </p:txBody>
      </p:sp>
    </p:spTree>
    <p:extLst>
      <p:ext uri="{BB962C8B-B14F-4D97-AF65-F5344CB8AC3E}">
        <p14:creationId xmlns:p14="http://schemas.microsoft.com/office/powerpoint/2010/main" val="14031592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A812C-F049-48F1-936E-8ECDB06F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ねじの準備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02F3E-73E0-4934-AF1E-4CBA1674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機構に使うねじ・ナット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5CD03-4555-4119-9A45-9548E7A8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B87F1-6CAA-4873-B867-CC0EF2BE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7F5AD-7320-47FD-AF7B-CBEDF640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7A773-9E1B-4F1C-AB41-268F0614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14875"/>
                <a:gridCol w="3352800"/>
                <a:gridCol w="3095625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固定する場所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ねじ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ナット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モーターと駆動フレーム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M3×8：4本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不要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レールと駆動フレーム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M2×12：4本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M2：4個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MTSFR8と黄銅ナット取付板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M4×14：4本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M4：4個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軸受押さえとフレーム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M2×12：3本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M2：3個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ブロックとレールブロック取付板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M2×6：4本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不要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上下リミットとフレーム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M2×16：4本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M2：4個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7DB3F-FE6C-46F3-900B-7159E17D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レール付属M2×6はフレーム固定に使わない。精密シムを普通の座金へ置き換えない。</a:t>
            </a:r>
          </a:p>
        </p:txBody>
      </p:sp>
    </p:spTree>
    <p:extLst>
      <p:ext uri="{BB962C8B-B14F-4D97-AF65-F5344CB8AC3E}">
        <p14:creationId xmlns:p14="http://schemas.microsoft.com/office/powerpoint/2010/main" val="6238587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3872D-D05A-4B6D-AAB3-BD10FF07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ねじの準備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B200D-8863-4354-83E5-A2FA8DA3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キャリア3部品をつなぐねじ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565E6-63D4-40B4-9D46-053FAD58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28959-8437-48F0-A06D-91304A4F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A4904-B8B2-4158-AB65-8C5AC2D1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ACDA2-677D-4966-B90C-A6DA5B47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19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2095500"/>
                <a:gridCol w="440055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接続する部品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ねじ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受ける側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8786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黄銅ナット取付板とレール取付板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M3×12：2本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レール取付板の上面インサート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86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接続腕と黄銅ナット取付板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M3×12：2本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黄銅ナット取付板の側面インサート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8786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接続腕とガラスホルダー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M3×12：2本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ホルダーの側面インサート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86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取付板とSSEB8ブロック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M2×6：4本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ブロックのM2ねじ穴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30186-6A8F-466A-B026-AE07EE09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黄銅ナット取付板 → レール取付板 → ブロック、接続腕 → 黄銅ナット取付板を図で確認する。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77759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E1D47-0B18-4B6B-9BA4-DD4AA66E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ねじの準備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19936-C238-4519-9C39-038E4605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ガラス保持・基板・ベースのねじ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EC695-2E3A-4837-9DD2-44CA4549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80B6D-EE20-4F80-9281-2CCA5F51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46F0C-53A7-4EE8-A95D-0B436DBC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53927-EC94-4157-938D-770D024F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20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14875"/>
                <a:gridCol w="3352800"/>
                <a:gridCol w="3095625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固定する場所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ねじ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相手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前枠 → ホルダー本体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M3×8：4本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M3ナット：4個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支持ねじ USLL6：3本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付属M3ねじ部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M3ナット：3個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駆動フレーム → ベース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M3×12：2本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フレームのインサート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電子箱 → ベース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M3×12：2本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ヒューズ側板のインサート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Tic → 底板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M2×6：2本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φ1.6の樹脂下穴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XT60 → 電源側板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M2×8：2本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M2ナット：2個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A4E88-CBFA-4F7A-A43C-588315DE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USLL6の支持ねじ3本は購入部品。M3の六角ナットで固定する。</a:t>
            </a:r>
          </a:p>
        </p:txBody>
      </p:sp>
    </p:spTree>
    <p:extLst>
      <p:ext uri="{BB962C8B-B14F-4D97-AF65-F5344CB8AC3E}">
        <p14:creationId xmlns:p14="http://schemas.microsoft.com/office/powerpoint/2010/main" val="10287127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D3A5C-D0B5-4D6C-B340-FDBF2B03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ねじの準備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46A5B-2FA9-4DBE-85CE-B288069B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電子箱を組むねじは16本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B45D9-8DDF-4856-872E-D21F1FF4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BE431-F27C-43A2-94C4-08D18D93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5FAAF-166B-483A-B57F-ACA9A643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52FC5-C1FF-4E79-B7F4-11CB9B73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2524125"/>
                <a:gridCol w="449580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取り付ける板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ねじ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ねじを受ける側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底板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M3×8：4本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USB側板2本＋駆動側板2本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天板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M3×8：4本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USB側板2本＋駆動側板2本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ヒューズ側板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M3×8：4本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USB側板2本＋駆動側板2本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電源側板（I/Oパネル）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M3×8：4本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USB側板2本＋駆動側板2本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装置全体の合計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固定ねじ57本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六角ナット24個・インサート26個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E793F-8EEA-4FC3-B1E5-BA5C1D1A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固定ねじの合計にUSLL6の一体ねじは含めない。普通の座金は使わない。</a:t>
            </a:r>
          </a:p>
        </p:txBody>
      </p:sp>
    </p:spTree>
    <p:extLst>
      <p:ext uri="{BB962C8B-B14F-4D97-AF65-F5344CB8AC3E}">
        <p14:creationId xmlns:p14="http://schemas.microsoft.com/office/powerpoint/2010/main" val="8231808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EEDA6-DA32-44C1-876A-E673960D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インサートの取り付け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E166B-90AC-4BA1-BB7B-56E26279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機構のインサート：4部品へ8個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918F0-BA11-4D24-A388-DB1E2FFD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6D34D-68B1-42EA-9AC3-79E427C7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79AE5-3550-4B92-9357-54942942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8CDB8-64B2-418C-9E22-92FF5B32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6191250"/>
                <a:gridCol w="163830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入れる部品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穴の場所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個数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駆動フレーム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ベースと接する下端側面の2穴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ガラスホルダー本体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高い柱の側面に縦に並ぶ2穴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レールブロック取付板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黄銅ナット取付板を留める上面の2穴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黄銅ナット取付板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接続腕を留める側面の2穴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機構の小計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4部品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874C5-D9AF-4FCD-B018-F5C3D4A9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すべてM3、外径4.6 × 長さ5.7 mm。採用した下穴はφ4.2 mm。</a:t>
            </a:r>
          </a:p>
        </p:txBody>
      </p:sp>
    </p:spTree>
    <p:extLst>
      <p:ext uri="{BB962C8B-B14F-4D97-AF65-F5344CB8AC3E}">
        <p14:creationId xmlns:p14="http://schemas.microsoft.com/office/powerpoint/2010/main" val="14064931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35BB3-496E-4A2F-9991-6E55356D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インサートの取り付け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4B0AA-F032-4C32-9747-E83C7A29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電子箱のインサート：3部品へ18個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B2155-4BAC-4CAB-B82C-CC862E3B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D3697-B56C-41F3-94FB-4BFA3C8C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35317-05E1-4F3B-9353-90D6D530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728BF-5BD9-41EE-9CA7-41FE380B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23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6191250"/>
                <a:gridCol w="163830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入れる部品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穴の場所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個数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USB側板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左右側面4穴、上端2穴、下端2穴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駆動側板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左右側面4穴、上端2穴、下端2穴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ヒューズ側板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外側からベースのねじを受ける2穴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電子箱の小計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3部品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装置全体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機構8個 ＋ 電子箱18個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EE81C-911F-4B76-87E9-DAF27B58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底板・天板・電源側板・ベースには入れない。電子箱の下穴は深さ7.3 mm。</a:t>
            </a:r>
          </a:p>
        </p:txBody>
      </p:sp>
    </p:spTree>
    <p:extLst>
      <p:ext uri="{BB962C8B-B14F-4D97-AF65-F5344CB8AC3E}">
        <p14:creationId xmlns:p14="http://schemas.microsoft.com/office/powerpoint/2010/main" val="12122873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0A127-48C8-4F69-8D80-057A3D03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インサートの取り付け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63681-4400-47C2-A94E-8FEBEAB1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駆動フレーム下端に2個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440AD-D391-4A33-A95A-427B7CB3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BF87F-E001-40A5-8395-D1A6A11F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6A9F5-ED74-4DC6-A6DB-6D6FB5DB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72B65-2CFC-4288-99B2-202AA208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24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a48b88b0f4f17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9FAF8-9A69-4EB4-91DB-63261AB4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092" y="4536237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D87F1-65A5-4278-B3CA-646743C5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511" y="4898966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149B4-81BF-47F3-85A5-57239E58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駆動フレーム ／ M3インサート ×2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BC8BE-99EA-47E5-8B16-32E53B68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72683-962C-4E8C-ADFA-E4F9F002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ベースと接する、下端の側面にある2穴を探す。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30EA4-4D2C-40D8-96F7-96727BBB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4B680-7F4C-45A1-9B7D-02135C54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2穴とも同じ側から圧入し、入口を面とそろえる。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698D1-DDBC-4E25-A97C-C5AA4B07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9F548-F946-4905-B409-33EBF660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この面をベースの取付壁へ合わせ、外側からM3×12で固定する。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9A2A7-5A66-4F53-ABC0-4770990F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確認：電子箱の固定ねじも、ベースの同じ側から入る。</a:t>
            </a:r>
          </a:p>
        </p:txBody>
      </p:sp>
    </p:spTree>
    <p:extLst>
      <p:ext uri="{BB962C8B-B14F-4D97-AF65-F5344CB8AC3E}">
        <p14:creationId xmlns:p14="http://schemas.microsoft.com/office/powerpoint/2010/main" val="201820563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45F90-A820-42BC-BBC5-5C91D996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インサートの取り付け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7DBCB-074E-4C33-8577-A8257E9C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キャリアの取付板へ2個ずつ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FAB1C-D4E7-4984-A70A-0D1D15B1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4E454-8E2B-4F4B-8794-2C56731C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9D32E-FEA4-482B-82D7-24C350B2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E47DC-3928-4810-A750-8D0D351A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25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49f334ab94ee7"/>
          <a:stretch xmlns:a="http://schemas.openxmlformats.org/drawingml/2006/main"/>
        </p:blipFill>
        <p:spPr>
          <a:xfrm xmlns:a="http://schemas.openxmlformats.org/drawingml/2006/main">
            <a:off x="7277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43B57-CF43-46AD-92D9-D3FE2068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49" y="2295804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FACCE-73A3-4C7E-AC2B-B6FA39CE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140" y="245568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CFEEC-BF20-44CE-BEBC-DAB33FA2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レールブロック取付板：上から2個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afa1e81aa4401"/>
          <a:stretch xmlns:a="http://schemas.openxmlformats.org/drawingml/2006/main"/>
        </p:blipFill>
        <p:spPr>
          <a:xfrm xmlns:a="http://schemas.openxmlformats.org/drawingml/2006/main">
            <a:off x="65189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7B640-7D05-4215-A8B9-F1887C5F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283" y="3599971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04E96-AA52-4779-94D7-CB1BF9E5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868" y="3667904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C6E07-898B-4243-B2F6-26471BEB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黄銅ナット取付板：側面から2個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3BBD7-34E3-457F-BFDA-EFD540EB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追加するインサートは計4個。接続腕には入れない。</a:t>
            </a:r>
          </a:p>
        </p:txBody>
      </p:sp>
    </p:spTree>
    <p:extLst>
      <p:ext uri="{BB962C8B-B14F-4D97-AF65-F5344CB8AC3E}">
        <p14:creationId xmlns:p14="http://schemas.microsoft.com/office/powerpoint/2010/main" val="8061076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0F094-AD96-45C7-B596-EA5659F8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インサートの取り付け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1AA82-46AF-4B8C-B580-0CDC1B3B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USB側板へ8個：向きを変えて確認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F4451-FD79-4A93-992D-4A59993D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6BBA7-596E-400F-AE27-04A27CF4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C3E4F-750C-497A-9E1B-E521C697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EE5B4-F0BE-4C34-B079-EA469DC2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26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1353252354ee2"/>
          <a:stretch xmlns:a="http://schemas.openxmlformats.org/drawingml/2006/main"/>
        </p:blipFill>
        <p:spPr>
          <a:xfrm xmlns:a="http://schemas.openxmlformats.org/drawingml/2006/main">
            <a:off x="7277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D56B4-0FAA-4B21-836F-DD64675E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958" y="4144132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3E854-65DF-4FC4-BCA4-BB51AF18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958" y="2741992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BE7D6-153B-4DAB-92E9-6EB0C48D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645" y="1873665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DB3C4-E999-474B-B049-10EC736A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446" y="2255047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0A59C-5FFA-4ED5-BA64-DFD01934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上端2個＋片側の側面2個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4a429b70a4716"/>
          <a:stretch xmlns:a="http://schemas.openxmlformats.org/drawingml/2006/main"/>
        </p:blipFill>
        <p:spPr>
          <a:xfrm xmlns:a="http://schemas.openxmlformats.org/drawingml/2006/main">
            <a:off x="65189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89F83F-53F2-41C5-9525-94A63847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5335" y="3688841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E97E6-9DE3-4A58-B5F6-24061DF4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5335" y="2286701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10B43-6B43-4DAE-846C-F8866E27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847" y="4241002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F3F64-C6E1-4281-A645-96BCE332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649" y="4622384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003CD4-0EDF-47A1-9FB9-DF945C9A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下端2個＋反対側の側面2個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DBAA6-6EF6-49AE-A7CC-25725C9B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オレンジの丸が圧入位置。上端・下端は板の端面から、側面は横から入れる。</a:t>
            </a:r>
          </a:p>
        </p:txBody>
      </p:sp>
    </p:spTree>
    <p:extLst>
      <p:ext uri="{BB962C8B-B14F-4D97-AF65-F5344CB8AC3E}">
        <p14:creationId xmlns:p14="http://schemas.microsoft.com/office/powerpoint/2010/main" val="5447400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CB4DF-B85B-41E1-8BCC-5BAD6AA8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インサートの取り付け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DF00D-A480-405D-9FFC-ACD70B89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駆動側板へ8個：USB側板と同じ配置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A1F4E-5F00-447E-B412-B483AC3D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97133-03BF-4EF7-A515-CEB3F401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B42B3-6C71-4B48-831F-C5D67141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2ADD4-C57E-452A-A156-0DE8ADF1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27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711fe1e754f6b"/>
          <a:stretch xmlns:a="http://schemas.openxmlformats.org/drawingml/2006/main"/>
        </p:blipFill>
        <p:spPr>
          <a:xfrm xmlns:a="http://schemas.openxmlformats.org/drawingml/2006/main">
            <a:off x="7277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9068F-A6DC-4F74-815A-7D835C84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140" y="4144137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78F6D-B969-4C3E-985A-B7B9A6AB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140" y="2741997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86DE7-74A6-4B0E-9C07-D7FDF31B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453" y="187367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70CCA-AFDD-4DF2-8FAE-989FDD78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652" y="2255052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76558-9662-490F-AD76-6076C72D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上端2個＋片側の側面2個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6b76ab3064aef"/>
          <a:stretch xmlns:a="http://schemas.openxmlformats.org/drawingml/2006/main"/>
        </p:blipFill>
        <p:spPr>
          <a:xfrm xmlns:a="http://schemas.openxmlformats.org/drawingml/2006/main">
            <a:off x="65189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E8892-A92B-43A5-B288-952D788D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168" y="368884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5DE42-3553-4A9A-A15D-493067AE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168" y="2286701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97027-3660-40E3-A3BA-035D2F92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656" y="4241001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5519A-C27D-4B20-BDD4-498BFD9B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854" y="4622383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A5DBD-0F59-4167-BAAF-F61ABF59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下端2個＋反対側の側面2個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6FA078-B003-4C90-AD09-9F2E5B45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中央の大きな配線口でUSB側板と区別する。穴の入口と樹脂面をそろえて圧入する。</a:t>
            </a:r>
          </a:p>
        </p:txBody>
      </p:sp>
    </p:spTree>
    <p:extLst>
      <p:ext uri="{BB962C8B-B14F-4D97-AF65-F5344CB8AC3E}">
        <p14:creationId xmlns:p14="http://schemas.microsoft.com/office/powerpoint/2010/main" val="153053531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93F07-BA9A-42B2-A113-8D9A3869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インサートの取り付け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1D3B2-F97E-4D7C-89E6-ADCA792D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ヒューズ側板へベース固定用の2個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AD89F-C590-4937-8D61-6268DF9B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BF1F5-A3C1-4145-825F-227EA8A4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43A55-9FF4-425E-BDF6-52325223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14F5E-2272-4D18-8192-48DB3524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28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979872ce54dd0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F79D1-38BD-41DA-82E5-69F477A3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25" y="427433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2D561-5D88-4E98-99F1-6DCE65BA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562" y="4082229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1E17D-35D5-44FE-AABC-7B1F5A45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M3インサート ×2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B2D2F-5089-4467-80EA-ECED75D2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FD97B-A1B8-4260-8CC3-20B3BCC3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ヒューズの大きな丸穴の下にある、横並びの2穴を探す。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F00B4-E46F-446F-915D-B4C6CFA4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CA7A9-5258-44EF-B5C4-1F4FBB3B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平らな外側の面から、内側の厚い受けへ向けて圧入する。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E391F-40E0-41F1-953D-4DF4063A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FAD44-0BB9-4A54-ABEB-32F0A117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四隅のM3通し穴は側板固定用。インサートを入れない。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E6D03-0FF6-48BD-AF9C-EFCC7ECD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確認：ベースから入るM3×12を受ける。インサートの入口を外面とそろえる。</a:t>
            </a:r>
          </a:p>
        </p:txBody>
      </p:sp>
    </p:spTree>
    <p:extLst>
      <p:ext uri="{BB962C8B-B14F-4D97-AF65-F5344CB8AC3E}">
        <p14:creationId xmlns:p14="http://schemas.microsoft.com/office/powerpoint/2010/main" val="151530784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EB76A-2CA9-4D88-A629-720B91F8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インサートの取り付け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11A13-8785-4662-97FE-CF48F442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ホルダー本体の側面へ2個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F972C-3177-4E36-9499-9DC86F63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18C23-ECA4-481F-86C7-33662BDD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D8984-6A22-441D-A601-2986B776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77DE3-4E2A-402E-A8D7-065D8584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29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d0bd5d4aa49ea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E4BFD-E28E-4028-A3AC-BF76A84C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690" y="3029951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40A36-9958-42DC-82BB-D3688DB8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690" y="2646412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5C7F1-05CA-4CFF-A7E2-1E451CC2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ガラスホルダー本体 ／ M3インサート ×2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F0A7A-D8FA-4B29-A426-0283E064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4F182-D111-4703-89F0-9E6E7E45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高い柱の側面にある、縦に並ぶ2穴を探す。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7C71A-5C3A-453F-836D-6FE9213D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2ACF5-3A05-4725-99E3-18DA3477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この側面から圧入し、入口を樹脂面とそろえる。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9BD4B-6EC5-4F6E-BD20-D590F91B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4D041-6E7E-4CFC-9AFE-426D1116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この面へ接続腕を重ね、反対側からM3×12を2本入れる。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63B87-284F-4DDE-A5B4-8203E9B4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確認：前枠を留める4か所の六角穴にはM3ナットを入れる。</a:t>
            </a:r>
          </a:p>
        </p:txBody>
      </p:sp>
    </p:spTree>
    <p:extLst>
      <p:ext uri="{BB962C8B-B14F-4D97-AF65-F5344CB8AC3E}">
        <p14:creationId xmlns:p14="http://schemas.microsoft.com/office/powerpoint/2010/main" val="3571607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2E27A-55D0-471D-B783-E4E69D5B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インサートの取り付け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E8511-305C-4573-B779-394D0A08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インサートの圧入と確認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40896-CA0C-48F3-A332-D0B2E74F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34A51-A994-41A8-8D72-3489E8C9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293F6-0649-4ECE-A870-4F5C729F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39BFC-4112-4159-AB2F-6C5C1796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30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3297938084778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7DD48-76B9-4B77-A047-CCD239CB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M3インサート：合計26個（外径4.6、長さ5.7 mm）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98B0E-B7F1-4E3D-BDB3-19028438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F51FC-1B03-420C-ADA4-68015665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採用したφ4.2 mmの試験片と同じ材料と加熱条件を使う。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0DACB-9B3B-4EB8-ACF5-22652904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4E944-9C0A-46A5-B1B8-4B39E8F9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穴の軸に沿ってまっすぐ圧入し、入口を樹脂面とそろえる。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77F79-DEF1-4E9E-8E51-3CBFCAAA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1AD85-3FC6-4179-A2ED-A0AF063A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室温まで冷ましてからM3ねじを入れ、空回りや傾きがないかを確認する。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9C48C-8941-4E7B-B095-9363AE45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確認：位置図と照合し、機構4部品へ8個、箱3部品へ18個。合計26個。</a:t>
            </a:r>
          </a:p>
        </p:txBody>
      </p:sp>
    </p:spTree>
    <p:extLst>
      <p:ext uri="{BB962C8B-B14F-4D97-AF65-F5344CB8AC3E}">
        <p14:creationId xmlns:p14="http://schemas.microsoft.com/office/powerpoint/2010/main" val="15989414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B5665-43AB-4F71-9D0E-27CF4481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モーター・軸受・送りねじ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1D96C-D277-4CB6-BF57-1FB69CEC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カップリングをモーターへ仮止め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BC16C-9C4F-42D2-895F-04E355E3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C8743-FD37-4553-862A-009209BE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F53AA-44B0-449F-9850-05403FA3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E8FA8-6152-411C-992C-C63A3251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31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4178836ef4349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0F75A-E868-4F2F-97E4-6325BBC9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C-42STM01 ／ CPL16-5-6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3742D-4338-47C3-AFF2-F389C028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33E04-1981-44BC-94E7-2D779F84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カップリングのφ5穴を下、φ6穴を上へ向ける。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A50C9-9D7A-4BE2-AAB8-9D598D99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CF910-4475-4DF8-8D51-4CD72C63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φ5側をモーター軸へ入れる。下面は取付面から公称11 mm上。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A3918C-9FF4-401E-A82E-2AB4A4D0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5E574-A3D3-47FF-AC3B-A71063CC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止めねじを軽く締め、モーターと一緒に持てる状態にする。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91B3C-D6C8-4D79-94F4-0CDB0FF0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確認：送りねじを入れて芯と軸端の隙間を確認してから本締めする。</a:t>
            </a:r>
          </a:p>
        </p:txBody>
      </p:sp>
    </p:spTree>
    <p:extLst>
      <p:ext uri="{BB962C8B-B14F-4D97-AF65-F5344CB8AC3E}">
        <p14:creationId xmlns:p14="http://schemas.microsoft.com/office/powerpoint/2010/main" val="10527669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142CC-5F6F-454E-8555-36E77D66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モーター・軸受・送りねじ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82131-6F46-4D3A-BA1A-A97C4F5C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モーターとカップリングを一緒に挿入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2123F-9A57-400D-A9E1-D9928F41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AB637-D261-4505-AC46-E901C5D3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AFB9A-1CE3-4890-AF56-85EFBDDE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C4214-3A2B-4CB9-AC08-221B3BAD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32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1a04d95a24ae1"/>
          <a:stretch xmlns:a="http://schemas.openxmlformats.org/drawingml/2006/main"/>
        </p:blipFill>
        <p:spPr>
          <a:xfrm xmlns:a="http://schemas.openxmlformats.org/drawingml/2006/main">
            <a:off x="7277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9FE18-F38B-4F84-B6E5-0E72CAB9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U字開口を手前へ向ける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1ac5c5a6f4c45"/>
          <a:stretch xmlns:a="http://schemas.openxmlformats.org/drawingml/2006/main"/>
        </p:blipFill>
        <p:spPr>
          <a:xfrm xmlns:a="http://schemas.openxmlformats.org/drawingml/2006/main">
            <a:off x="65189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D8D15-F312-4F93-8200-3DB98C56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取付面を合わせて奥まで差し込む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0EA4F-480E-4E02-841C-14F2DFFD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配線を背面へ出す。モーターのφ22の出っ張りを、U字開口から通す。</a:t>
            </a:r>
          </a:p>
        </p:txBody>
      </p:sp>
    </p:spTree>
    <p:extLst>
      <p:ext uri="{BB962C8B-B14F-4D97-AF65-F5344CB8AC3E}">
        <p14:creationId xmlns:p14="http://schemas.microsoft.com/office/powerpoint/2010/main" val="67032103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3375F-515D-4810-B9C3-363848E4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モーター・軸受・送りねじ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FD719-C176-4089-A12D-B61599E6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モーターをM3×8で固定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0678C-9D42-4DC1-9F3C-A7E00527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8378E-5882-4ED1-A041-DDC4267D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C0887-37E9-4B89-AE56-5D9BEB85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9CDDA-D7CC-4CF8-BEB3-51B40660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33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aa67089f64c86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E8173-E571-4910-96B1-0CE44F0F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666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軸受座を省略した拡大・ねじを離して表示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E6FFF-7DCD-4022-8D83-D4606A74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271" y="2422988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0F0C5-711B-43DB-886E-BB32E9A2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271" y="3273059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C7EC3-8274-4AF8-B8BC-CB62C2F3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414" y="2422988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53BF5-1B44-4090-AFC5-F8BA0A80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414" y="3273059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37A12-6F9D-4353-8F3B-1CD32A9C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M3×8 ×4 ／ 2.5 mm L形六角レンチ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E4D34-A396-438F-BB24-3D2916E7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0341A-DC81-490C-8D40-303789DB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モーター座と軸受座の間の開口から、M3×8を4本入れる。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80EAF-BA1B-4D67-9593-790E875B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B1556-A6CF-479B-B8D8-28F381E8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ねじ先を座の上へ持ち上げ、穴の上で下ろしてモーターへ掛ける。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4B375-DBCA-4700-848D-FC4AC607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EAE35-CFD2-4CBB-8333-165A1E4B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短辺20 mm以下のL形六角レンチを入れ、対角に締める。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EA6FD-A10F-472B-8F79-3632F91B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確認：奥の2本には縦溝を使う。ねじ込みは公称4 mm。</a:t>
            </a:r>
          </a:p>
        </p:txBody>
      </p:sp>
    </p:spTree>
    <p:extLst>
      <p:ext uri="{BB962C8B-B14F-4D97-AF65-F5344CB8AC3E}">
        <p14:creationId xmlns:p14="http://schemas.microsoft.com/office/powerpoint/2010/main" val="182974256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71121E-4E53-49AC-88E0-38876C94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モーター・軸受・送りねじ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0DA9E-888C-4C33-AA1F-46AFFB77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軸まわりの順番を先に確認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68F57-17C4-439F-BA80-B8A83C27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4F4FF-34AB-45EB-83E7-D7C79F60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3A9E1-DEB1-4358-A444-598E012F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0BA03-0626-4933-8E19-CB7A5433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34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41d7387db443f"/>
          <a:stretch xmlns:a="http://schemas.openxmlformats.org/drawingml/2006/main"/>
        </p:blipFill>
        <p:spPr>
          <a:xfrm xmlns:a="http://schemas.openxmlformats.org/drawingml/2006/main">
            <a:off x="720090" y="1581150"/>
            <a:ext cx="5760720" cy="4114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D1B78-D8EA-4235-BBA9-674C8292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送りねじの上部を省略した分解図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9E2D9-5306-4636-9312-A9806D30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38300"/>
            <a:ext cx="451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C53CA-2E26-420D-AA7C-75D3FB80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724025"/>
            <a:ext cx="438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03D3E-9701-49A7-83ED-EA047673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24025"/>
            <a:ext cx="3762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送りねじ MTSRA8の段の肩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0C8B7-C130-4843-BFB5-83F92D5C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0275"/>
            <a:ext cx="451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0EC09-DCDA-4501-A394-69A8D424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286000"/>
            <a:ext cx="438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4320D-F653-4589-B960-E6DF34BA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3762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精密シム CIMR6-12-0.5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0C483-BB49-4F58-89FD-84B92BE9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62250"/>
            <a:ext cx="451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5DB17-766A-429C-935B-E194DEE8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847975"/>
            <a:ext cx="438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D9F20-C706-4309-BB20-DD8E43EB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47975"/>
            <a:ext cx="3762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軸受 696ZZ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91F78-C504-4343-9ADB-4C56ADC7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24225"/>
            <a:ext cx="451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D06E1-064A-4288-B394-CB577435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409950"/>
            <a:ext cx="438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4E7791-9597-481E-B30F-4A0D24E3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9950"/>
            <a:ext cx="3762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精密シム CIMR6-12-0.5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3945E6-7679-4BDF-8744-DDA6CBEE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86200"/>
            <a:ext cx="451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8E929-8A24-4D72-B86A-6B4326A6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971925"/>
            <a:ext cx="438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2A07F-4596-4274-9684-3E26CF7F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71925"/>
            <a:ext cx="3762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セットカラー PSCCJ6-5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85532C-B90F-4FA1-9880-FA0F2546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48175"/>
            <a:ext cx="451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AEC7AE-8FFF-41FA-99C3-50561A84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533900"/>
            <a:ext cx="438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676F20-F07C-4687-A622-215D8E2D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762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カップリング CPL16-5-6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60BB01-8986-4EA4-906E-A4394ADE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10150"/>
            <a:ext cx="451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C21CD9-E2F5-4B41-9779-BD30C90B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095875"/>
            <a:ext cx="438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611580-6A81-43C9-B595-91EE4175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95875"/>
            <a:ext cx="3762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モーターのφ5軸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D771C-EBDF-49B9-9573-A5EF24A9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φ6の細い軸端を下へ。シム2枚はベアリングの上下に1枚ずつ。</a:t>
            </a:r>
          </a:p>
        </p:txBody>
      </p:sp>
    </p:spTree>
    <p:extLst>
      <p:ext uri="{BB962C8B-B14F-4D97-AF65-F5344CB8AC3E}">
        <p14:creationId xmlns:p14="http://schemas.microsoft.com/office/powerpoint/2010/main" val="94661373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6EBEF-3A3F-4E77-A655-649682CC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モーター・軸受・送りねじ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926F2-306D-4DCA-A544-06A7FB61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カラーと下シムを上から入れる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AABAC-320F-49F1-B4A4-D1FA3777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08BCF-55AB-4B19-B291-0AB95C93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7CE83-BADF-4EB3-A89D-9B755DF8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CE805-67B1-47AA-A4F0-C106A0B5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35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68c4c2bcd4a01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5FD55-535D-44CC-B7CE-A5891A36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PSCCJ6-5 ×1 ／ CIMR6-12-0.5 ×1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BB7E1-AB77-42E2-BCAB-85801264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19647-39F3-4814-A3FF-53764D94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蓋を外した軸受座から、セットカラーを上から通す。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5FE31-1AD7-4E44-8197-2481DF95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DB563-78A0-4097-BCF6-B2A242E1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カラーをカップリングの上に仮置きし、中央をそろえる。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BC397-B0DC-44FC-9518-5115C43C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FB6F3-7C86-4FA5-93AA-8467986E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カラーの上に厚さ0.5 mmの下シムを置く。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E8807-1595-4776-B3ED-20C337CC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確認：カラーは軸受座の下のφ12.4 mm部分へ収める。</a:t>
            </a:r>
          </a:p>
        </p:txBody>
      </p:sp>
    </p:spTree>
    <p:extLst>
      <p:ext uri="{BB962C8B-B14F-4D97-AF65-F5344CB8AC3E}">
        <p14:creationId xmlns:p14="http://schemas.microsoft.com/office/powerpoint/2010/main" val="209693883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B9A638-6B7E-46A9-B8B4-FCC03C2D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モーター・軸受・送りねじ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EE63C-AC00-4994-9167-68BF7DBC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696ZZを座へ入れる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57017-2BBB-4265-B68C-9509737F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CC58F-097F-4ABE-AE29-9B84296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A6C5E-A62E-4D92-8EC5-ABB5E638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50738-A336-4973-B049-81FCECA2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36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aa41a788341a5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8E5A9-9A3D-4EE0-B1B6-9F540DFB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696ZZ ×1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65077-8170-48AF-A588-C842457E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FFB16-05EC-4873-B990-DC3F59AC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軸受座に残った糸引きやサポートを除く。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ACC9B-E2D9-4582-8269-DAA57D8E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44754-1E4C-425D-90A8-2FDC0D50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軸受を水平に持ち、外輪の周囲を押して上から入れる。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C2E96-76C7-498D-9208-B254DE88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1237D-F1B6-4AEC-B291-DF305EE8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軸受が傾かず、内輪が軽く回ることを確かめる。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723A1-24E5-4D4C-AAA7-0CA95E5B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確認：軸受座は採用済みφ15.5 mm。強く押して割らない。</a:t>
            </a:r>
          </a:p>
        </p:txBody>
      </p:sp>
    </p:spTree>
    <p:extLst>
      <p:ext uri="{BB962C8B-B14F-4D97-AF65-F5344CB8AC3E}">
        <p14:creationId xmlns:p14="http://schemas.microsoft.com/office/powerpoint/2010/main" val="182676846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BFA901-3BA4-453F-822F-C4F24D30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モーター・軸受・送りねじ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71E21-018C-407B-AE24-721083E1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上シムと蓋を凹みに収める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97870-DEA5-42B0-8CA2-26AEC187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308AE-DE83-466C-95C9-8DC25924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A8705-8748-42B1-8ED4-EB45775D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37F9F-A0FF-40ED-9B59-278916C8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37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731a6f2fb4b8f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27965-7367-4C16-A0E0-57C7D43F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上シム ×1 ／ 軸受押さえ ／ M2×12・M2ナット 各3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6EFDC-1BF7-4113-83A6-C277C121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0D31C-EF6C-44A7-B710-86552FB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軸受の上に、もう1枚の0.5 mmシムを置く。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01B79-D228-40B7-BCFB-8DE7D139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7219B-AD03-4091-8DA5-9BF74883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既存の蓋を26.4×26.4 mmの凹みへ入れる。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A40C6-8118-481A-978E-0F84D2BE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9E3F4-981C-440A-B4AA-B1AFF895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座の下面でM2ナットを保持し、上からM2×12を3本締める。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3B803-A7CD-430A-B639-A2602CEF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確認：深さ3.2 mmの凹み。蓋の上面は周囲の縁より1 mm低い。</a:t>
            </a:r>
          </a:p>
        </p:txBody>
      </p:sp>
    </p:spTree>
    <p:extLst>
      <p:ext uri="{BB962C8B-B14F-4D97-AF65-F5344CB8AC3E}">
        <p14:creationId xmlns:p14="http://schemas.microsoft.com/office/powerpoint/2010/main" val="63364849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DB7DA-16AA-4FB3-95CA-FCABB012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モーター・軸受・送りねじ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9F9AC-1FA5-4AA0-96FE-9BAB30CD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蓋が収まる深さを確認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A50AE-309D-40C7-8A22-2BC50BA3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4B969-4105-4940-8B64-110C7E82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C127F-C582-4104-963F-E55E7517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742F7-A71E-431E-AB34-5C31E5FC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38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92f5c31c94685"/>
          <a:stretch xmlns:a="http://schemas.openxmlformats.org/drawingml/2006/main"/>
        </p:blipFill>
        <p:spPr>
          <a:xfrm xmlns:a="http://schemas.openxmlformats.org/drawingml/2006/main">
            <a:off x="7277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5B824-2850-49BF-8114-22848D81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凹みへ上から入れる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04795c281498a"/>
          <a:stretch xmlns:a="http://schemas.openxmlformats.org/drawingml/2006/main"/>
        </p:blipFill>
        <p:spPr>
          <a:xfrm xmlns:a="http://schemas.openxmlformats.org/drawingml/2006/main">
            <a:off x="65189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60DC4-B8AE-45A3-87E5-B90BACA6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蓋の上面は周囲より1 mm低い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F201E-E910-4BA3-9FB4-A426ED80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凹み26.4×26.4 mm・深さ3.2 mm。既存の26×26×厚さ2.2 mmの蓋を使う。</a:t>
            </a:r>
          </a:p>
        </p:txBody>
      </p:sp>
    </p:spTree>
    <p:extLst>
      <p:ext uri="{BB962C8B-B14F-4D97-AF65-F5344CB8AC3E}">
        <p14:creationId xmlns:p14="http://schemas.microsoft.com/office/powerpoint/2010/main" val="978830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F8931-06D1-43D0-B284-8068AE27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モーター・軸受・送りねじ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32441-AADB-416F-A368-777AEA55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送りねじを上から通して固定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3F38D-3DD5-4BCE-962A-0997DCD9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492F6-74F9-439D-B425-EF649C3E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AE9C2-4888-4579-A935-1AA8017A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18638-FE26-41B3-8328-69A89D08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39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b888832974203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64304-3DA3-4081-A6B1-E27F13AF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MTSRA8-120-S20-Q6 ／ カップリング・カラーの付属止めねじ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79893-AF99-4D2F-9D98-27D670B8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1DAC4-E521-4ECB-8871-EFB2BE43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細いφ6の端を下へ向け、蓋・シム・軸受・カラーへ通す。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B6CE9-759E-4018-AAA0-95C27E28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83CAE-ABA1-4B35-BCFF-1DBEC8CC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φ6端をカップリング上側へ入れ、軸端間に公称1 mmの隙間を保つ。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21E08-E4A9-42B5-A158-B3915A0E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C3F4F-7688-459F-9E2B-F322F75D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肩・シム・軸受・カラーをそろえ、軽く回る状態で止めねじを締める。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CCAFE-CAD5-4824-AF8B-8FC83068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確認：キャリアを組む前に行う。軸を強く押し付けて締めない。</a:t>
            </a:r>
          </a:p>
        </p:txBody>
      </p:sp>
    </p:spTree>
    <p:extLst>
      <p:ext uri="{BB962C8B-B14F-4D97-AF65-F5344CB8AC3E}">
        <p14:creationId xmlns:p14="http://schemas.microsoft.com/office/powerpoint/2010/main" val="31036503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6149F-EF05-451F-AB56-3BCB746A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レールの取り付け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112BA-1008-45DE-B080-9D2165C7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レールをまっすぐ固定する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48D65-FF62-4B7E-8612-B6BE95BD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5B48A-3DC0-49D4-AA0F-75A04715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983ED-5E93-4D0B-94F0-DF5FB8BC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659D6-A98D-4256-9F11-8C648202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40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bd0a224824644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27936-2DFC-4D57-ADC1-A9BD5AC2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SSEB8-100 ×1組 ／ M2×12・M2ナット 各4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0B99F-7D53-4F42-950D-4526796A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28258-70A4-41E0-9421-4D708415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背面の4つの六角座へM2ナットを入れる。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B3E9A-57AC-4199-A0C8-6402B1B6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F9FEA-EAAD-47F8-B98C-2DCA7B02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レールの7穴のうち、端から1・3・5・7番を使う。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FA936-3D97-471E-8A45-45DF3D6A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3983C-23F5-4D8B-99BB-49FC134F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ブロックを動かし、レール側からM2×12を4本締める。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0550F-93C2-4C8B-A09B-337EC2F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確認：ブロックをレールから抜かない。全域を滑らかに動くこと。</a:t>
            </a:r>
          </a:p>
        </p:txBody>
      </p:sp>
    </p:spTree>
    <p:extLst>
      <p:ext uri="{BB962C8B-B14F-4D97-AF65-F5344CB8AC3E}">
        <p14:creationId xmlns:p14="http://schemas.microsoft.com/office/powerpoint/2010/main" val="203523503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C3C58-56DA-4FA7-8B35-CD32C726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分割キャリアの組立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45B15-1628-4A54-BF9D-DF84FD60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レールブロック取付板を固定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EDF9F-323C-47AE-8C9B-292A89DC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F45C3-2D3C-4D74-87B3-FD9A2C39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27CF0-B851-4A71-BD7F-71848924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A3215-63F4-4CCA-AE4F-3DF24D98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41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e68821fc04654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7DB1A-ACC4-4218-9E95-8DDAF34A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レールブロック取付板 ／ M2×6 ×4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3928B-5E5C-474D-A24A-E3E23838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EC6EA-E6DD-45AD-A8EE-970C00CB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M3インサートが上を向くよう、取付板をブロックへ合わせる。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8C810-B330-4802-8553-4E0BB3E6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E8C8E-E8A8-4EAD-9486-8929BD0B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段のある大きい穴の奥から、M2×6を4本入れる。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43B96-4805-4534-BEE4-E0C6856E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B798F-2D31-47A3-8364-1058901F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4本を対角に締め、ブロックが滑らかに動くことを確認する。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C4744-E9B3-42D6-A5B9-76EA3535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確認：M2ナットは使わない。ブロックのねじ深さは2.5 mm。</a:t>
            </a:r>
          </a:p>
        </p:txBody>
      </p:sp>
    </p:spTree>
    <p:extLst>
      <p:ext uri="{BB962C8B-B14F-4D97-AF65-F5344CB8AC3E}">
        <p14:creationId xmlns:p14="http://schemas.microsoft.com/office/powerpoint/2010/main" val="80242087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83FF0-5261-4BEB-ABE7-B8062CDC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分割キャリアの組立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4AB0D-86BB-4CEE-BDE9-248FC391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MTSFR8を取付板へ固定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FE6AD-EF44-46D3-9738-5C2403A0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4ADAD-799C-47D4-B03D-E1797853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664D3-9186-4EC0-A87B-D3F98F69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D966B-3716-460F-BCF3-97E38BBB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42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42f63fe974b90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C3C04-2C3A-45D2-8A51-3D5E90FE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黄銅ナット取付板 ／ MTSFR8 ／ M4×14・M4ナット 各4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D3E59-F0CC-4853-9A3D-41ADB981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CEBDF-3979-433F-AF03-BD172160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大きいフランジを上、細い胴を下へ向ける。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9B44E-8DA3-4387-8D4B-E7041A79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0F4DA-2B9D-497A-B998-6EB65202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フランジ上面を取付板の下面へ当て、4穴を斜め45度にそろえる。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29808-5465-41E7-B05D-A4EC4ED2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AB7CB-815F-407F-8497-8E621CD3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板の上からM4×14、フランジの下からM4ナットで留める。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168F8-69D4-4031-8A46-54F2B54E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確認：M4ナットの平らな面を黄銅の胴へ向ける。座金は入れない。</a:t>
            </a:r>
          </a:p>
        </p:txBody>
      </p:sp>
    </p:spTree>
    <p:extLst>
      <p:ext uri="{BB962C8B-B14F-4D97-AF65-F5344CB8AC3E}">
        <p14:creationId xmlns:p14="http://schemas.microsoft.com/office/powerpoint/2010/main" val="115228189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78FE6-2D5A-4645-92EA-DF6A4160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分割キャリアの組立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A5A01-A326-4EA3-9469-CB6C67ED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黄銅ナット取付板をレール側へ接続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68D75-012A-4744-A9DE-1D87F946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363E6-D3C0-4AA0-BFF7-B9F9C548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A5BD0-19DD-4C99-BF2D-CE8EBBBF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77635-E5FA-4749-B9C1-636AE387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43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880d32f8949f6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BDE91-3BAD-4811-85AC-1F7EBBFA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黄銅ナット取付板 ／ M3×12 ×2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3CD84-6F74-4358-85A5-5FF1E2AB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8305B-D1D8-4C3F-96D5-760E7D54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取付板を持ち、MTSFR8へ送りねじ上端を軽く掛ける。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6370B-0F34-4D79-9425-3CDF3B90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6EDE1-4908-4D04-9692-83F68ABC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送りねじを手で回し、板をレールブロック取付板の上面まで下げる。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4E55C-5210-4C13-82D2-AD765DF6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6603F-F6D4-432F-B82F-180E4E53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上からM3×12を2本入れ、レール側のインサートへ固定する。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A787A-B143-4FE8-B162-D42A699C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確認：ねじ山を斜めに掛けない。手回し68 mm全域で引っ掛からないこと。</a:t>
            </a:r>
          </a:p>
        </p:txBody>
      </p:sp>
    </p:spTree>
    <p:extLst>
      <p:ext uri="{BB962C8B-B14F-4D97-AF65-F5344CB8AC3E}">
        <p14:creationId xmlns:p14="http://schemas.microsoft.com/office/powerpoint/2010/main" val="93628562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ABE76-7FC8-4D99-AA04-81025079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分割キャリアの組立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D113D-8290-47A0-9F51-EDAB40D7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接続腕を黄銅ナット取付板へ固定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ACFFA-0AD8-4F8D-AAE0-51EC5669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9370E-ED5C-4544-9917-07086B8A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71AB8-CA94-4E52-8433-00885625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842B7-CFE2-4D59-97AB-98671A72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44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c73800dd64804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8A563-4F35-408C-9D4A-45172311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ガラスホルダー接続腕 ／ M3×12 ×2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E0480-DFC0-4436-8908-534F5252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20B3A-75BD-419F-82E8-0CF0AC66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接続腕の横に並ぶ2穴を、取付板の側面へ合わせる。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342CF-B89A-43B2-AC10-C1AF554B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A047F-0A02-4670-80BE-FD2E6C73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腕の外側からM3×12を2本入れ、取付板のインサートへ掛ける。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6C665-A5A2-4A23-A73D-25FD92C5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73744-C329-4DEB-B2EC-194AD4B8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合わせ面を密着させて締め、下の縦2穴をホルダー用に残す。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C582E-A95F-48DD-A114-72003344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確認：横2穴は取付板、縦2穴はガラスホルダーとの接続。</a:t>
            </a:r>
          </a:p>
        </p:txBody>
      </p:sp>
    </p:spTree>
    <p:extLst>
      <p:ext uri="{BB962C8B-B14F-4D97-AF65-F5344CB8AC3E}">
        <p14:creationId xmlns:p14="http://schemas.microsoft.com/office/powerpoint/2010/main" val="175526098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FCB15-6541-4B0F-AA07-CB32F201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分割キャリアの組立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CC1EE-5657-4E4C-90EE-36C5C146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3部品を組み合わせたキャリア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36D18-E1D3-4BA4-BAE0-B9137657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09C81-80EB-4EE3-AC4D-C897724B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1AF90-2A70-44BB-AFA4-668AE849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1D3F7-AB14-480D-AD50-7D564F48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45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6ff202e014eeb"/>
          <a:stretch xmlns:a="http://schemas.openxmlformats.org/drawingml/2006/main"/>
        </p:blipFill>
        <p:spPr>
          <a:xfrm xmlns:a="http://schemas.openxmlformats.org/drawingml/2006/main">
            <a:off x="7277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F2AF1-4983-4AA7-A951-B162FCEC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分解図：ねじと合わせ面を確認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4c319b3c944dd"/>
          <a:stretch xmlns:a="http://schemas.openxmlformats.org/drawingml/2006/main"/>
        </p:blipFill>
        <p:spPr>
          <a:xfrm xmlns:a="http://schemas.openxmlformats.org/drawingml/2006/main">
            <a:off x="65189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B3DE6-E0D3-4E59-B861-8EDA0E3C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組付け後：すべての面を密着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33E7E-0378-4640-9F53-BB61B89C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小さい取付板をレールへ、広い取付板をMTSFR8へ、縦の腕をホルダーへつなぐ。</a:t>
            </a:r>
          </a:p>
        </p:txBody>
      </p:sp>
    </p:spTree>
    <p:extLst>
      <p:ext uri="{BB962C8B-B14F-4D97-AF65-F5344CB8AC3E}">
        <p14:creationId xmlns:p14="http://schemas.microsoft.com/office/powerpoint/2010/main" val="44989761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0998C-926E-472B-8441-7B2624BC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検出部を組む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1F371-1124-4C8B-9FE6-9CE8D2C1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上下リミットの取り付け位置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B690C-3CFF-429B-B309-79661BE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97EDA-6A22-4F07-8D69-0F45CA24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EC17C-A034-4D5E-948D-115814F3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627CD-1E29-4095-B38A-4B671604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46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ef961346b4d68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C5AF0-2363-40F2-ABDF-0622849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OMRON SS-01GL13-E ×2（周辺を一部省略）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D96F3-943C-477B-AD22-83C07C59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A4318-5DF2-4574-B029-0E5B8E84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2個のSS-01GL13-Eを、フレーム上下の長穴へ取り付ける。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0CB32-2EC3-4378-83DE-9CA27941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314EC-0F9C-4AD5-8804-7EE12DCB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下側はレバーが上、上側はレバーが下を向くようにする。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73E3C-224D-4F1D-91AD-49311B27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6B97E-1D52-426D-86EA-A42C9A67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黄銅ナット取付板の下面・上面が、それぞれレバー先端へ当たる。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0716A-1B6F-4F35-A47D-D5BAF3AB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確認：スイッチ本体と配線は固定側。独立した爪は取り付けない。</a:t>
            </a:r>
          </a:p>
        </p:txBody>
      </p:sp>
    </p:spTree>
    <p:extLst>
      <p:ext uri="{BB962C8B-B14F-4D97-AF65-F5344CB8AC3E}">
        <p14:creationId xmlns:p14="http://schemas.microsoft.com/office/powerpoint/2010/main" val="30737657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44815-E006-48C1-93BE-0B3B860F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検出部を組む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FD3CC-1C81-4185-A218-80CA7F90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リミットスイッチを長穴に固定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81C60-A2D8-46FD-A8B1-45E72A54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4F199-B417-4A48-BEF9-D63D2F63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ADF39-A9D1-437C-A5B9-80F76194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1772A-3E2B-462B-B360-9DC10DB7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47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467d2148e484a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4F00D-EEE6-4062-A585-53F1EFBE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SS-01GL13-E ×2 ／ M2×16・M2ナット 各4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60F9F-32FE-44BA-83AD-C379A014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4B69F-D902-4720-B95E-151D6444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9.5 mm間隔の2つの長穴へ、スイッチの穴を合わせる。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7BCFD-CDFC-49AD-84DF-29EAB90E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747F0-0D0C-4CEB-93B5-75975B69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スイッチ側からM2×16を入れ、背面へM2ナットを掛ける。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D8CD1-9610-40D9-B70B-E17FFFFC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B3AC2-8400-44C9-B141-3A5EA52C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上下へ調整できる強さで仮止めし、復帰高さを合わせて本締めする。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79EE9-C343-4A62-A640-E41FFC94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確認：裏ナットは背面の外側。M2×16を各2本、既存部材で固定する。</a:t>
            </a:r>
          </a:p>
        </p:txBody>
      </p:sp>
    </p:spTree>
    <p:extLst>
      <p:ext uri="{BB962C8B-B14F-4D97-AF65-F5344CB8AC3E}">
        <p14:creationId xmlns:p14="http://schemas.microsoft.com/office/powerpoint/2010/main" val="104339210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8F01B-E3DD-40CE-8681-1C71B233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検出部を組む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F2275-0A26-44F6-830A-1FD44337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下側：レバーを上へ向ける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CDD46-CEBC-4C4B-90CD-610E2808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BD09C-ABCF-44A4-8334-ADC84E2B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B44F5-11F8-40A2-A2F7-79BF4FB8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74816-45E1-44D4-B037-43E7EC52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48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e76e2a54c40b8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B1CCE-CB94-4F5E-9190-078FB8B0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下端リミット SS-01GL13-E</a:t>
            </a:r>
          </a:p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オレンジ：黄銅ナット取付板の一部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5ED5F-9EFC-4288-9F86-F56F66D1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A4EB0-E70C-4985-A93D-1A4B4505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金属レバーは本体の上、3つの端子は下へ向ける。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64346-0B73-4409-B1FD-DE2913B8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5A4ED-CB48-4C08-B31D-8D7EC3B1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曲がった先端を、黄銅ナット取付板の下面の下へ置く。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A7AF3-98CB-4B47-A1CA-5711C702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3F0E0-3369-4D56-96CF-B1930F0D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キャリアが下がると、板の下面がレバーを下へ押す。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7B7AD-F3AF-4910-8121-0293A83D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確認：板は曲がった金属レバーへ当てる。黒い本体や端子に当てない。</a:t>
            </a:r>
          </a:p>
        </p:txBody>
      </p:sp>
    </p:spTree>
    <p:extLst>
      <p:ext uri="{BB962C8B-B14F-4D97-AF65-F5344CB8AC3E}">
        <p14:creationId xmlns:p14="http://schemas.microsoft.com/office/powerpoint/2010/main" val="178018164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CCDBA-957F-422F-BA11-1C110237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検出部を組む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E42BA-7D4D-4B38-AF2E-E31174D7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上側：レバーを下へ向ける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0E1C0-48A9-4E47-865D-98510254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D3770-5BF9-46E2-8DA3-D5F69DD7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05F20-3131-42D3-97DC-CC0A2DAC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4477B-E2F4-4296-A550-30BD95B5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49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744b0e0de45cd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6A023-7922-4235-863C-5DE48EAE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上端リミット SS-01GL13-E</a:t>
            </a:r>
          </a:p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オレンジ：黄銅ナット取付板の一部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CD3F1-66E7-4D0E-96EA-E2ED2FF2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C7778-DFB3-442C-93FA-ADC8BE1E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下側のスイッチを上下反転した向き。端子は上、レバーは下。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60495-10D9-46DF-B61B-9B8E3EFC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BA7AA-30C5-4D26-A4BB-6D80004D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曲がった先端を、黄銅ナット取付板の上面の上へ置く。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3AB3A-7CC3-401D-82E5-574DC852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D54BD-0176-4327-9E25-E83AC627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キャリアが上がると、板の上面がレバーを上へ押す。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53DD32-4122-41BC-90CD-BACB0EF4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確認：板は曲がった金属レバーへ当てる。黒い本体や端子に当てない。</a:t>
            </a:r>
          </a:p>
        </p:txBody>
      </p:sp>
    </p:spTree>
    <p:extLst>
      <p:ext uri="{BB962C8B-B14F-4D97-AF65-F5344CB8AC3E}">
        <p14:creationId xmlns:p14="http://schemas.microsoft.com/office/powerpoint/2010/main" val="183971339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4E62B-1747-49E6-86EB-6EAB69B7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ガラスホルダーを組む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DA6B4-26F1-4062-81D5-36AB235E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支持ねじをホルダーへ入れる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901AC-8889-4A8C-A419-42250338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B9FC7-3CD1-42A2-8766-46C4E6E5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69996-F43D-4720-B9B3-997E62D4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DF0CB-19C8-4637-8B2A-82DF27AB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50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c2d6c7bc645f3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41D5D-86E4-4BA7-86B3-7676AD43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USLL6 ×3 ／ M3ナット ×3（穴から離した分解図）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C30E6-DDF6-46AD-B3A8-990DF450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650CE-CBEC-49AD-91D7-078C6E93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下側2本は枠の内側から差し、柔らかい先端を上へ向ける。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7CEBE-32AA-4503-93CC-AAE3F15B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624E2-4848-4C37-8D4D-B8FE1FF7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側面1本は内側から外へ差し、柔らかい先端をガラス側へ向ける。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97761-D45D-4F25-8524-419E8DA6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1125E-21A5-40B6-B8B6-A7EF2470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ねじ先にM3ナットを掛け、外側の六角座へ収める。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CE39C-8F6F-41A1-ABF0-17448DBB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確認：シリコンねじと呼んでいた部品は、ウレタン先端のUSLL6。</a:t>
            </a:r>
          </a:p>
        </p:txBody>
      </p:sp>
    </p:spTree>
    <p:extLst>
      <p:ext uri="{BB962C8B-B14F-4D97-AF65-F5344CB8AC3E}">
        <p14:creationId xmlns:p14="http://schemas.microsoft.com/office/powerpoint/2010/main" val="118632947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0E44A-B379-439B-9DAF-F443F5C0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ガラスホルダーを組む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D2D71-F252-443C-896D-2810A3F0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前枠を合わせて深い溝を作る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AA774-F038-40E0-8CF0-0A28CA9F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A6B07-E51E-4197-869B-501AE73D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DB263-D2EA-4B5D-926F-935199D3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7775F-071D-4A7D-AFB2-198E21FB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51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058d59ffc4b60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8C78A-E016-442C-B10F-7042AB15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ホルダー本体＋前枠 ／ M3×8・M3ナット 各4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F045E-ED03-4321-9E07-34FC52B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7BD40-426C-426D-A4B2-98CF5F02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本体の背面4か所へM3ナットを入れる。支持ねじ用とは別。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31599-CA88-4595-AC97-24AF287A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FDFE5-A07A-4B80-8FFC-2C7B8B83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前枠を重ね、前側からM3×8を4本入れる。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079BB-8875-440D-80AC-79923717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2242E-55D8-4509-BF46-901937D1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合わせ面が密着するまで、対角に少しずつ締める。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22387-D8D6-4FDE-9A2D-9434D55A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確認：採用溝幅2.9 mm、ガラス端への掛かり5 mm。締めて溝を潰さない。</a:t>
            </a:r>
          </a:p>
        </p:txBody>
      </p:sp>
    </p:spTree>
    <p:extLst>
      <p:ext uri="{BB962C8B-B14F-4D97-AF65-F5344CB8AC3E}">
        <p14:creationId xmlns:p14="http://schemas.microsoft.com/office/powerpoint/2010/main" val="5243348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83C8F-A943-489D-BC33-D96F9D92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ホルダーとキャリアの接続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27725-33AF-4443-9561-6689EDC4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ホルダーとキャリアの合わせ面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8FD70-3173-4608-80E1-3D4D641F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14B61-2B2A-46BD-A81F-EEBA0335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344D2-064F-401D-A3BC-B74DEA5D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05C66-5B47-4B1F-A480-A053CA9F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52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220797b3b48d7"/>
          <a:stretch xmlns:a="http://schemas.openxmlformats.org/drawingml/2006/main"/>
        </p:blipFill>
        <p:spPr>
          <a:xfrm xmlns:a="http://schemas.openxmlformats.org/drawingml/2006/main">
            <a:off x="7277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9CA23-F1DD-475F-B791-CB72599C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973" y="290571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0977C-CFD4-476D-B569-A2A19960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973" y="2580951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60ED1-A8BC-4F56-B069-903B06BF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ホルダー側：縦2穴のインサート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d3a2888914e9b"/>
          <a:stretch xmlns:a="http://schemas.openxmlformats.org/drawingml/2006/main"/>
        </p:blipFill>
        <p:spPr>
          <a:xfrm xmlns:a="http://schemas.openxmlformats.org/drawingml/2006/main">
            <a:off x="65189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8B047-73BC-4737-823A-47FB1A46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953" y="4318578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C4347-E216-485E-97FC-A01EC096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953" y="3675576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4A1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8F7D6-C212-49C3-9424-B3A8BD75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接続腕側：厚さ6 mmの縦2穴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5E4D2-A1B4-4686-935E-CDBA424F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オレンジ色の合わせ面を重ねる。横に並ぶ2穴は黄銅ナット取付板との接続用。</a:t>
            </a:r>
          </a:p>
        </p:txBody>
      </p:sp>
    </p:spTree>
    <p:extLst>
      <p:ext uri="{BB962C8B-B14F-4D97-AF65-F5344CB8AC3E}">
        <p14:creationId xmlns:p14="http://schemas.microsoft.com/office/powerpoint/2010/main" val="66876461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255B0-9FF5-4C99-AE8B-7497CDEC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ホルダーとキャリアの接続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35C30-9528-4598-B81E-D4B55641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M3×12でつなぐ順番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04CBA-85C6-4A1E-8D76-25F978C2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7C61D-00BC-4C9C-A763-33493413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CF21B-FD15-4002-B907-A19453C4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89598-157A-4BCF-829F-3BF0B78E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53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6f52ab89147d3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DF891-BC77-4AA8-8903-3921F82A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接続腕・ガラスホルダー ／ M3×12 ×2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39051-C52B-46CF-AC31-6538C2B2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4A506-8501-49C4-995A-C539F41E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接続腕の縦2穴と、ホルダーのインサート2穴を合わせる。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F5FEE-6708-4FE0-9940-6CCEA0E8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7C813-B105-4747-9B88-F080E593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腕側からM3×12を2本通し、ホルダー内のインサートへ掛ける。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CC0CA-776E-4337-8F83-8FFD5FCB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B9E1A-380A-494D-BD24-4DD58612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2本とも軽くねじ込んでから、合わせ面を密着させて締める。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00DAD-744E-4C30-8347-78C3FD2E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確認：接続腕にはインサートを入れない。頭は腕側、ねじ先はホルダー側。</a:t>
            </a:r>
          </a:p>
        </p:txBody>
      </p:sp>
    </p:spTree>
    <p:extLst>
      <p:ext uri="{BB962C8B-B14F-4D97-AF65-F5344CB8AC3E}">
        <p14:creationId xmlns:p14="http://schemas.microsoft.com/office/powerpoint/2010/main" val="139645412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F3E93-41C3-4CF2-8142-53726CD1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ホルダーとキャリアの接続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A3459-7F41-4984-8BB9-7AEAC202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接続後の外観とねじの断面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79E04-BDEA-4473-9BC0-C67B4D3D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792F8-E994-4716-A843-CBC13665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172F7-9D1C-4637-9B6B-E2504172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EAF70-77E9-4039-AA02-76A062E3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54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1c2b7c84546e2"/>
          <a:stretch xmlns:a="http://schemas.openxmlformats.org/drawingml/2006/main"/>
        </p:blipFill>
        <p:spPr>
          <a:xfrm xmlns:a="http://schemas.openxmlformats.org/drawingml/2006/main">
            <a:off x="7277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4FED5-E7E1-4E42-BAD7-FC8FD411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組付け後：腕側にM3ねじ頭2個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4ad1836ba486e"/>
          <a:stretch xmlns:a="http://schemas.openxmlformats.org/drawingml/2006/main"/>
        </p:blipFill>
        <p:spPr>
          <a:xfrm xmlns:a="http://schemas.openxmlformats.org/drawingml/2006/main">
            <a:off x="65189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05D4A-6CF3-47BC-B9A6-84C104F1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断面：頭・6 mmの腕・インサートの順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FF497-0D56-449C-8C43-77A1666D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断面図は周囲を省略した表示。相手側のインサートを普通のナットへ置き換えない。</a:t>
            </a:r>
          </a:p>
        </p:txBody>
      </p:sp>
    </p:spTree>
    <p:extLst>
      <p:ext uri="{BB962C8B-B14F-4D97-AF65-F5344CB8AC3E}">
        <p14:creationId xmlns:p14="http://schemas.microsoft.com/office/powerpoint/2010/main" val="171726570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12F17-B38E-4C51-9A8F-48B2EFD8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土台を組む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59981-61D7-4BC9-B199-71EFCA32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機構をベースへ固定する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7D6A4-3572-4BC3-B238-D38997F0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53E92-110A-4E0C-9E10-99E53184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BA756-478C-4FCC-A5C2-B0532921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41518-DA88-4266-A500-42C36E5B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55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8b2c01fdd4e28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7F768-EE69-4E63-B085-723F3CC7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ベース・駆動フレーム下端（拡大） ／ M3×12 ×2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CAAD7-82FE-4504-9EBB-F14AD2E5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730F7-8C74-4794-B372-87A185D5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駆動フレーム下端の2穴を、ベースの取付壁の2穴へ合わせる。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C78D6-DEC0-4360-9320-A0379FC6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17F39-480E-4DA0-B92D-4912C203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電子箱と同じ側からM3×12を2本通し、フレームのインサートへ留める。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BD162-C995-47B1-9919-81A08F2E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EFC90-E805-41F9-BBF6-98B2E913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ベースを平らな台へ置き、傾きや浮きがないように締める。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9C100-20AE-4A3E-AA40-5F6D44BD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確認：底面が浮かず、ガラスと駆動フレームの位置が完成図と一致する。</a:t>
            </a:r>
          </a:p>
        </p:txBody>
      </p:sp>
    </p:spTree>
    <p:extLst>
      <p:ext uri="{BB962C8B-B14F-4D97-AF65-F5344CB8AC3E}">
        <p14:creationId xmlns:p14="http://schemas.microsoft.com/office/powerpoint/2010/main" val="209074753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653BF-B5F7-4B96-9246-864BC716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電子箱を組み立てる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1D08B-33F2-4F18-A616-4C8A4CF2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電子箱はベースの外で組み始める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67E5F-85F7-45B9-8C0E-4D0E903F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783C8-5E6C-42BA-848A-16D89EF3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96AA6-1552-4066-963E-9F74224B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BE4D5-1D41-4F20-95F3-4AFD92C7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56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6a055301a4244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E08DF-6CF5-4461-9A92-36F2F10F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底板・天板・USB側板・駆動側板・ヒューズ側板・電源側板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94031-5464-40C5-A60D-22C0C3B9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4A9D2-8275-4457-A13A-CF1875C8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6枚の板を穴の形で区別する。インサートは先に入れておく。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7D22D-206D-418E-A02B-C2C3389B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5F51A-D432-4992-AB6A-AB508FB7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まず底板とUSB側板・駆動側板をつなぐ。底のねじは下から締める。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B84B8-F0D9-4F70-BD6A-2C9E98D0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D5CDB-47FE-4EFB-9A03-E3E233AB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左右の側板を開けて配線し、最後に天板を付けてベースへ載せる。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AD179-3290-4657-85AD-2A30D4CC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確認：この図は6枚を離した分解図。組立後の外形は68×63×83 mm。</a:t>
            </a:r>
          </a:p>
        </p:txBody>
      </p:sp>
    </p:spTree>
    <p:extLst>
      <p:ext uri="{BB962C8B-B14F-4D97-AF65-F5344CB8AC3E}">
        <p14:creationId xmlns:p14="http://schemas.microsoft.com/office/powerpoint/2010/main" val="100940884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DBCFA-9D49-4A2A-8DC3-FA6BC195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電子箱を組み立てる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813FC-91C2-4CB9-82E3-95D79E05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ガラスと電子箱の配置を確認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4E556-ABFF-4BCD-B95F-F770EA09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E97B7-956D-4F41-A8EF-047FB7F9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D0258-C35A-4F3C-BD5D-889571A0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CD896-AE15-4270-9DC0-7604444B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57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c4c5f97684ef1"/>
          <a:stretch xmlns:a="http://schemas.openxmlformats.org/drawingml/2006/main"/>
        </p:blipFill>
        <p:spPr>
          <a:xfrm xmlns:a="http://schemas.openxmlformats.org/drawingml/2006/main">
            <a:off x="7277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35952-B46A-495C-AD17-3B13C431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ガラス正面：フレームが面を遮らない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90f5dedc74b7d"/>
          <a:stretch xmlns:a="http://schemas.openxmlformats.org/drawingml/2006/main"/>
        </p:blipFill>
        <p:spPr>
          <a:xfrm xmlns:a="http://schemas.openxmlformats.org/drawingml/2006/main">
            <a:off x="65189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4C077-5415-4971-8440-4B4A5AC4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上から：電子箱はベース端へ収まる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0135A-88D3-4BD1-A5CB-454F4AF5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ベースの短手は74 mm。USB側が外端、配線口が駆動フレーム側。フレームとの隙間は9 mm。</a:t>
            </a:r>
          </a:p>
        </p:txBody>
      </p:sp>
    </p:spTree>
    <p:extLst>
      <p:ext uri="{BB962C8B-B14F-4D97-AF65-F5344CB8AC3E}">
        <p14:creationId xmlns:p14="http://schemas.microsoft.com/office/powerpoint/2010/main" val="181298236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9A23D-87D5-4676-A1DB-885E7824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電子箱を組み立てる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3A441-D971-410B-B49C-8CCFF9AB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Tic基板を2つの受けへ載せる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7FA61-7069-4CBD-BDF1-09C934B4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6F2C1-8977-4439-807A-930F85C1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BDF06-48DA-48EE-B82C-CA0B4D25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70A07-2BC9-4E69-887E-3195BBA1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58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c4c1eeb0040a9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9E760-086C-4B2A-AE53-EFAD6A18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Pololu 3130 Tic T825 ／ M2×6 ×2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A7B06-7ADA-4FEA-B161-2A6D5EC9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BF777-63AD-4DE4-9D9E-7E408D77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底板だけを置き、Micro-B端子をUSB側板の開口へ向ける。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34C48-7815-43BD-AFB4-B97C008B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1DB99-1F7F-4456-AB57-277C823A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2つの基板穴を樹脂受けに合わせ、M2×6を入れる。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0EE94-58F8-453E-938D-A5366F93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40CF0-21B2-49EA-83B0-A940A8C1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φ1.6の樹脂下穴へゆっくりねじを立て、基板が動かない程度に締める。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B0081-7CA1-4B68-B14D-7A534DCE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確認：基板を反らせない。部品面やはんだへ金属工具を落とさない。</a:t>
            </a:r>
          </a:p>
        </p:txBody>
      </p:sp>
    </p:spTree>
    <p:extLst>
      <p:ext uri="{BB962C8B-B14F-4D97-AF65-F5344CB8AC3E}">
        <p14:creationId xmlns:p14="http://schemas.microsoft.com/office/powerpoint/2010/main" val="210694997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A091F-6808-4DA1-9CE1-96EB8583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電子箱を組み立てる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0D685-4561-48F9-A045-436C0019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底板にUSB側板と駆動側板を留める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60B07-7CA0-424C-AC69-12644505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3BE15-48AE-4499-8161-D347B155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6BAB0-D036-42E9-9FBD-8DA0628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ED1BB-FA9E-431F-9952-D4AB4304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59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9758c3ae94943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F327F-01C1-48A9-B8B3-7554BEB9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M3×8 ×4（底板の裏側から）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246B1-6440-45C5-A2C4-28B6F62A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0A251-2416-4D5A-B535-329FFF9E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USBの小さな開口側にUSB側板、反対側に駆動側板を置く。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286F8-AB3A-41E5-A745-9B02F5E0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76A53-9D62-4535-9080-BF16FACC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底板の裏から4本を通し、両側板の下端インサートへ軽く締める。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FBE7B-29A1-44E7-A5CF-F4FD79F4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756E7-BF26-40D6-9E3E-EA4B314D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板の外縁をそろえて本締めする。ねじ頭は底板の凹みに収める。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E4A10-E833-4BDE-8F64-09000986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確認：底板の裏が平らになること。Ticや配線を下敷きにして裏返さない。</a:t>
            </a:r>
          </a:p>
        </p:txBody>
      </p:sp>
    </p:spTree>
    <p:extLst>
      <p:ext uri="{BB962C8B-B14F-4D97-AF65-F5344CB8AC3E}">
        <p14:creationId xmlns:p14="http://schemas.microsoft.com/office/powerpoint/2010/main" val="77670207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4AA4B-E193-43D5-8148-045EBA2B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電子箱を組み立てる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0E61D-4EC8-4D5C-9757-40B05376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USBプラグを挿して空間を確認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30BC3-7A4C-41A6-8EDA-790F2E8D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21329-85B8-4520-98FF-0A5DD1B1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4A801-84B2-42D7-B96C-3018A1FD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C0A99-ED67-4432-AFB1-0BD95D55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60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e2dc19e964ebe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8E0FA-B573-4CFF-BE16-BBD77646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ELECOM U2C-AMB10BK（USB-A–Micro-B）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267B0-3AD4-44DB-BA78-B20D8C12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DA76B-DFEE-48EB-AE04-7F085C55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Micro-Bを背面開口から差し、基板の端子へまっすぐ接続する。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6F22E-E7BC-4881-9F20-E4175C7A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581B4-5C51-4B79-85BA-DC0167E5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プラグ樹脂部12×7.5 mmが開口の縁へ押されないことを確認。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06ACD-1331-4BB6-B8B8-D6683187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35089-F043-47DB-A460-489227B6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基板端から約70 mmは急に曲げず、ケーブルを外へ逃がす。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D539F7-A423-44D7-8368-F1377906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確認：USBは通信。モーター用DC電源は別に接続する（24 V以下、21.2 Vでも可）。</a:t>
            </a:r>
          </a:p>
        </p:txBody>
      </p:sp>
    </p:spTree>
    <p:extLst>
      <p:ext uri="{BB962C8B-B14F-4D97-AF65-F5344CB8AC3E}">
        <p14:creationId xmlns:p14="http://schemas.microsoft.com/office/powerpoint/2010/main" val="122234117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992B2-CFF0-40AA-8A72-FD385134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電子箱を組み立てる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8938F-BA38-4242-86F0-BF542E9F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XT60電源口をパネル下側へ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CA24B-F979-493F-8321-4B2E3EED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F824E-44D9-441C-8B2F-71995E68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95C77-5CE9-403F-86E0-9A5A2F48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EEA84-4A3E-49EF-9A4E-60A2987D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61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9726cff99488e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8D5D5-BD1A-4C26-977B-16E83DAA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LINSYRC XT60E-F ／ M2×8・M2ナット 各2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4E6B6-FFEA-4138-A2DE-DC3F8DDA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FAFF1-9F96-4B9C-A4D7-93585BC4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既設の赤黒線を先に通し、フランジをパネル外側へ当てる。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8897A-81C8-412E-9607-13A7CBD4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82451-E0E7-4FAA-B071-54F2535E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外側からM2×8を2本入れ、箱側のM2ナットで固定する。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48DD7-A508-4B86-88C7-C1430577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F435E-83BB-45A8-B09F-154CCB19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20.2×12.2 mmの開口に胴が収まり、フランジが板に当たるか確認。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C08C9-4B15-4662-9D26-172939AB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確認：穴ピッチ25 mm。M3ナットは胴に干渉するため使わない。</a:t>
            </a:r>
          </a:p>
        </p:txBody>
      </p:sp>
    </p:spTree>
    <p:extLst>
      <p:ext uri="{BB962C8B-B14F-4D97-AF65-F5344CB8AC3E}">
        <p14:creationId xmlns:p14="http://schemas.microsoft.com/office/powerpoint/2010/main" val="532454130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1F5C3-690C-4701-891A-B330C09B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電子箱を組み立てる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EA703-6A1F-4A83-8C99-5B87469F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主電源スイッチを上側へ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9392E-4929-4402-86CF-607E7F33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979FF-B6C7-4133-B2F6-5D312ED0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FD1A9-72D9-421B-BFF7-1E0F1DA1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88EDD-1EFC-487B-9B7E-FF4A6ACD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62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adb0e85d34057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EA35C-ACC7-46F9-B976-403154A5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エーモン3214 ／ 付属取付ナット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462C2-C69C-4063-A28A-9117A65C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65CC1-9B44-4200-99FF-A24F172F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付属ナットを外し、スイッチをパネル外側からφ12.4穴へ入れる。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B725E-0BA0-460D-B102-5C61B8AC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2E180-9CAD-4515-B44E-711595E4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ON/OFF表示を読みやすい向きへそろえる。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21D81-528D-43D0-8D68-A6E350F5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42F0D-A0D1-4B8D-9997-41D12BE1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箱の内側から付属ナットを戻し、パネルを挟んで固定する。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2DB2C-A123-4488-89B7-E74AFF6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確認：固定するのは付属ナット。M3ナットや接着剤は使わない。</a:t>
            </a:r>
          </a:p>
        </p:txBody>
      </p:sp>
    </p:spTree>
    <p:extLst>
      <p:ext uri="{BB962C8B-B14F-4D97-AF65-F5344CB8AC3E}">
        <p14:creationId xmlns:p14="http://schemas.microsoft.com/office/powerpoint/2010/main" val="107450705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72FBA-20D5-4057-B98F-70649ACD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電子箱を組み立てる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C2CA8-5DDD-481D-8591-A26DBAF1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ヒューズホルダーを箱の側面へ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A40B7-0C5A-4CC5-8103-1CA0C5DF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00E78-A6E5-4153-9DF6-9A76E8D8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99E2D-5F1F-4DCD-B79F-F88E3987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65A69-4FF4-40B7-9216-03608203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63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6e99ef3de499a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381B1-3498-4A5C-982A-8A619240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OHM KIT-NR312 ／ 付属取付ナット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59B2A-2D49-40A9-AB43-107A75DF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27748-E0B9-4D2D-8294-0EDDE44E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側板を外した状態で、キャップ側を外へ向けてφ13.0穴へ入れる。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A0B22-6427-4E60-B8C5-06283198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7A3FE-6B3B-4DB5-8DA7-C0F50B2B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箱の内側からナットを回し、厚さ3 mmの壁を挟む。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90B28-6BCB-48DA-8C16-928A141D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E17A8-5539-4752-943D-96F449B7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キャップを外せる空間と、内側のはんだ端子の空間を確保する。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05C50-9873-47CE-B195-B90748F5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確認：取付ナットと、ヒューズ交換用キャップを取り違えない。</a:t>
            </a:r>
          </a:p>
        </p:txBody>
      </p:sp>
    </p:spTree>
    <p:extLst>
      <p:ext uri="{BB962C8B-B14F-4D97-AF65-F5344CB8AC3E}">
        <p14:creationId xmlns:p14="http://schemas.microsoft.com/office/powerpoint/2010/main" val="94983521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87FF3-99EB-468F-898D-A39CDE66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電子箱を組み立てる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1F8CA-F179-4BDA-A77E-05A442DF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2 Aのガラス管ヒューズを入れる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B6D7B-F759-4ABF-BB16-36FCDEBB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5311D-6184-480F-BCB7-CC7599A1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EC805-7F33-4EA2-83AF-9BD922C6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6BCF1-4F71-4B30-AD0D-0E568DA6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64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ec487a2ad4180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106A3-F2D4-464C-A5E3-87A21AF8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エーモン3665の2 A ／ 5.2×20 mm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72C94-B523-4E1B-9A2B-636F5B35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679E4-9D5F-4EC7-BE85-D59BF199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DC電源とUSBを外し、ホルダー外側のキャップを開ける。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74FED-EE8D-4528-8EFC-0F1AE6BD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6D8F4-2399-4AE5-86E8-B1EBECE9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金属端の定格表示が2 Aのヒューズを選ぶ。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F3FD8-77DB-44A6-A608-CB9B5480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4876F-E428-4113-A45A-6A4C46F4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ホルダーの受けに入れ、キャップを元へ戻す。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0F21B-6F1A-4DF3-BC9B-51AF918B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確認：別定格を選ばない。初回配線チェックまでは抜いておいてよい。</a:t>
            </a:r>
          </a:p>
        </p:txBody>
      </p:sp>
    </p:spTree>
    <p:extLst>
      <p:ext uri="{BB962C8B-B14F-4D97-AF65-F5344CB8AC3E}">
        <p14:creationId xmlns:p14="http://schemas.microsoft.com/office/powerpoint/2010/main" val="206570729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00D78-6F85-4E1D-8E85-1991F5C1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電子箱を組み立てる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4F5E7-18FE-4BC2-9EE9-40BE9491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WAGOは配線とともに保持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32167-066D-4CD8-AA18-5039C10E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BE06E-DF03-4564-BEC5-D49C8C60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E433E-C159-4637-AF72-B059679C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E3D16-4403-42E0-A776-3F3FE9EC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65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0c13aa8af4ee7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0599F-B887-4852-9733-5FBEA3F5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WAGO 221-412／WFR-2BP ×2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E1B53-B95A-470C-899A-0C69288A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94404-90E5-4609-B672-01CB252A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2個に正極用と0 V用のラベルを付け、それぞれの線を中継する。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6D544-03C6-4422-B59D-380DF839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4461A-8166-4374-8A6C-765F4E4C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専用の受け台はない。箱の空いた所へ、レバーを操作できる向きで収める。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B08873-AD5D-4F97-92CA-C25E2365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25938-53AF-4376-996F-AAF335D6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出入りする線を配線束へ留め、コネクタが基板へ落ち込まないよう保持する。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CDCE9-B6EE-41F9-8A01-812B1204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確認：レバーを結束バンドで押さえない。ふたで押し込まない。</a:t>
            </a:r>
          </a:p>
        </p:txBody>
      </p:sp>
    </p:spTree>
    <p:extLst>
      <p:ext uri="{BB962C8B-B14F-4D97-AF65-F5344CB8AC3E}">
        <p14:creationId xmlns:p14="http://schemas.microsoft.com/office/powerpoint/2010/main" val="1559877327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C73B5-FA91-4E64-B389-0D1C3AA7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配線を作る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99FC8-7622-496A-A284-9BE13225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WAGOへ電線を差し込む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DD221-1F6B-4018-AECA-FFC73F44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23DC9-827A-434B-8FB8-BC193E9E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F1C21-7528-4AC1-9B6F-F752BEAA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CF962-B6F5-458A-BC90-A2778980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66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42b3921e7456d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84CC3-2EF9-4309-8432-1EB9DD7E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WAGO 221-412／WFR-2BP ×2 ／ XT60既設線・4942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7B18C-0EDD-4FD0-BFB3-244F818D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CA4B2-1F88-472F-986D-A24C8F00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本体のストリップ長表示に合わせて被覆をむき、芯線を傷付けない。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FF181-E6F7-4650-9BBB-C2428DF5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45398-3E4F-4849-AEA6-40A3BEC1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レバーを起こし、1つの穴へ1本だけ、銅線の先が止まるまで差す。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57B2C-F4D3-4539-AD16-CA710CB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E98CB-D6A4-4165-87CE-94A44D1F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レバーを閉じ、銅線のはみ出しを見てから1本ずつ軽く引く。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49AE8E-054A-4747-B8D0-925FA84E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確認：赤同士で1個、黒同士で1個。2つの穴は内部で導通している。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72772914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B2D2F-D0F5-4C72-B099-05CB1B3D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配線を作る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B2420-1F7F-4068-A333-367FBFEB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250型メス端子を圧着する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68BC6-3E09-4C52-A99F-5B3105CC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96F9E-7161-4CA7-A758-7DD58749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84974-2E9C-4C42-A55E-DEB59969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6F2ED-E132-49F5-8CC7-9D873CBD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67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d73dd27eb40d7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DA799-CBE7-4474-AB0B-53EFD757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エーモン3311：端子・スリーブ 各2 ／ 4942赤線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076A5-BE34-4C0B-A43D-BF0A6E81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090AA-AD7B-42BB-9E56-F3EDFD88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はじめに絶縁スリーブを電線へ通す。端子の指定に合わせて被覆をむく。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FBEC7-9F7E-4C5C-BA1A-3D1C438D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DD790-751A-4CDB-8F61-C02ED5D2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芯線の羽根と被覆の羽根を、対応する圧着工具でそれぞれ閉じる。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6BCE5-81DA-42C9-A45D-54863B97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1AD89-A2B0-400D-B6DC-42AEF6FE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軽く引いて抜けないことを確認し、スリーブを端子へかぶせる。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88752-6A81-423F-A3B9-A933782B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確認：完成した2個をエーモン3214の2本の平端子へ奥まで差す。</a:t>
            </a:r>
          </a:p>
        </p:txBody>
      </p:sp>
    </p:spTree>
    <p:extLst>
      <p:ext uri="{BB962C8B-B14F-4D97-AF65-F5344CB8AC3E}">
        <p14:creationId xmlns:p14="http://schemas.microsoft.com/office/powerpoint/2010/main" val="157653757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1D042-294C-494D-AF05-39132470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配線を作る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01471-2204-43A8-A538-35151D34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はんだ端子を1本ずつ絶縁する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B9D5D-AAF5-40B8-8B9E-90C7CAA1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B61C3-7880-4CFD-8EFD-801B85C0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D32D8-14B6-4F98-80E5-79695AB2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089C4-412E-48BF-9C61-257F3E9E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68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832a415b740dc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E0B60-690D-48F1-BCBB-BC982CAF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エーモン1196 ／ KIT-NR312・SS-01GL13-E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0141F-D080-4DF2-A4C2-8FEA3294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3A3E2-23A4-4B38-8B2E-6782E4FA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接続する電線へ、熱収縮チューブを先に通す。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476A9-040F-4E0C-A327-87D12D0B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9B6FE-69EC-43A8-89D1-7C1C15CD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線を端子へはんだ付けし、隣の端子との橋絡がないか見る。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59AC6-367B-4B17-94AE-93029196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63C21-5E80-4853-95BF-F01EBFE5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冷めてからチューブを移し、露出した金属を覆って収縮させる。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284FE-E542-4A10-B130-0075AAE1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確認：SS-01GL13-Eは必要ならねじを外して配線し、元の向きへ戻す。</a:t>
            </a:r>
          </a:p>
        </p:txBody>
      </p:sp>
    </p:spTree>
    <p:extLst>
      <p:ext uri="{BB962C8B-B14F-4D97-AF65-F5344CB8AC3E}">
        <p14:creationId xmlns:p14="http://schemas.microsoft.com/office/powerpoint/2010/main" val="446862449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B888C-A014-45B3-8B70-73EB59EE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配線を作る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A73AC-EED3-440E-A610-34100399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電線は仮配線してから切る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B4814-5148-4FA2-A3D3-E1756C66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08FC3-D38E-4B68-8228-60CA0B64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19A65-3840-4E74-A8E6-50FC11AD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ECE64-13D4-4CD7-81D5-5CFA6E6B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69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563afd8e44934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8C599-786F-40BD-8791-EE9AD52D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エーモン4942：0.50 sq赤黒ダブルコード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55C55-7397-42D3-AF26-2BE88897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85966-E8DA-4AA7-985A-1B92325F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必要分を赤と黒へ裂き、行き先の名前を両端に付ける。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80850-3514-477D-B130-FDF8DEA7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CC193-91C7-44CB-8EA8-0AF6D088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箱を開けたまま部品間へ沿わせ、端末処理分と取り外す余裕を残す。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81744-1736-4B95-BF43-9F34ED79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C04EB-D360-4D93-B28B-788A2144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ふたを仮に置いて挟まれない長さを決め、切断する。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A162E-24E6-430F-BD15-C0611FAE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確認：側板を外せる余長を残す。配線の切断長は現物で決める。</a:t>
            </a:r>
          </a:p>
        </p:txBody>
      </p:sp>
    </p:spTree>
    <p:extLst>
      <p:ext uri="{BB962C8B-B14F-4D97-AF65-F5344CB8AC3E}">
        <p14:creationId xmlns:p14="http://schemas.microsoft.com/office/powerpoint/2010/main" val="1617946598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6B92F3-BCF5-44C0-A607-B7A9F1A0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配線を作る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E42EF-4F7D-4CAE-B19F-9D257982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DC電源の接続を1本ずつ追う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A945B-BF13-4CE3-8515-E0C3082C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B9345-3062-4363-99C2-3789831C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950EC-17EA-4AB9-B717-D83A9F7B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1F82C-1EDC-45C4-9B64-43AE584B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DCBE9-D272-4816-8121-6134F671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33813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2A2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F20B6-FC5C-41B5-A603-7E2295D0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3114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rPr>
              <a:t>電源の赤バナナ</a:t>
            </a:r>
          </a:p>
          <a:p xmlns:a="http://schemas.openxmlformats.org/drawingml/2006/main">
            <a:pPr>
              <a:def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rPr>
              <a:t>DC＋（24 V以下）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2B9C4-5FEA-4C47-91D8-0CCE0DCB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621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defRPr>
            </a:pPr>
            <a:r>
              <a:rPr sz="262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81CB7-94F1-4844-BA8E-12C40E74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33550"/>
            <a:ext cx="33813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2A2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3C636-5F09-421B-B7F9-8A41FB1A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76425"/>
            <a:ext cx="3114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rPr>
              <a:t>XT60オス → メス</a:t>
            </a:r>
          </a:p>
          <a:p xmlns:a="http://schemas.openxmlformats.org/drawingml/2006/main">
            <a:pPr>
              <a:def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rPr>
              <a:t>パネル電源口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C1060-45DA-4FD2-B78B-A7A844A8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9621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defRPr>
            </a:pPr>
            <a:r>
              <a:rPr sz="262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175C8-7C7F-49AC-9E49-F282AD07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33550"/>
            <a:ext cx="33813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2A2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5B96D-2850-4E56-A3CB-C3788D76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76425"/>
            <a:ext cx="3114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rPr>
              <a:t>WAGO 正極用</a:t>
            </a:r>
          </a:p>
          <a:p xmlns:a="http://schemas.openxmlformats.org/drawingml/2006/main">
            <a:pPr>
              <a:def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rPr>
              <a:t>太い線 → 0.50 sq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9D7A4-3328-4703-90F8-BDA5107F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5272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defRPr>
            </a:pPr>
            <a:r>
              <a:rPr sz="262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508C3-0352-4D8C-AF67-CBF79CA7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67075"/>
            <a:ext cx="33813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2A2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3780B-0905-4B3E-9376-0F4A0735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3114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rPr>
              <a:t>Tic T825</a:t>
            </a:r>
          </a:p>
          <a:p xmlns:a="http://schemas.openxmlformats.org/drawingml/2006/main">
            <a:pPr>
              <a:def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rPr>
              <a:t>VIN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D4DA7-E31D-4B40-ACEE-141AB03D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9567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defRPr>
            </a:pPr>
            <a:r>
              <a:rPr sz="262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rPr>
              <a:t>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BFF686-F12D-4BA2-9BBD-6FA5A49A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67075"/>
            <a:ext cx="33813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2A2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08D73A-033D-498E-857F-5A966DAB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09950"/>
            <a:ext cx="3114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rPr>
              <a:t>主電源3214</a:t>
            </a:r>
          </a:p>
          <a:p xmlns:a="http://schemas.openxmlformats.org/drawingml/2006/main">
            <a:pPr>
              <a:def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rPr>
              <a:t>250型メス端子×2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088191-4C52-48B4-A443-F9FAFF1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49567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defRPr>
            </a:pPr>
            <a:r>
              <a:rPr sz="262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rPr>
              <a:t>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6FB8A9-5825-47F5-8F29-7D09683F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67075"/>
            <a:ext cx="33813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2A2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14E56A-84A1-4798-9394-17392EE7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09950"/>
            <a:ext cx="3114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rPr>
              <a:t>KIT-NR312</a:t>
            </a:r>
          </a:p>
          <a:p xmlns:a="http://schemas.openxmlformats.org/drawingml/2006/main">
            <a:pPr>
              <a:def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B82A24"/>
                </a:solidFill>
                <a:latin typeface="BIZ UDPGothic"/>
                <a:ea typeface="BIZ UDPGothic"/>
                <a:cs typeface="BIZ UDPGothic"/>
              </a:rPr>
              <a:t>内部に2 Aヒューズ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7316F-1AE1-4F5B-9EAD-4E076580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81525"/>
            <a:ext cx="109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95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0 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34BC8-D9D9-4DA4-9BD1-05E01FA9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05325"/>
            <a:ext cx="10039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04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778A6D-43C5-4D00-85B1-3AC11DD4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48200"/>
            <a:ext cx="977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95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黒バナナ → XT60 → WAGO 0 V用 → Tic GND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0DC635-0E04-4699-85DE-3D716AE3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PCのUSB-A ── U2C-AMB10BK ── TicのMicro-B（通信）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133A58-8856-42CF-8243-FF1D9C3B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電源は24 V以下。21.2 Vで使用可。配線作業は出力OFF・USBも外す。</a:t>
            </a:r>
          </a:p>
        </p:txBody>
      </p:sp>
    </p:spTree>
    <p:extLst>
      <p:ext uri="{BB962C8B-B14F-4D97-AF65-F5344CB8AC3E}">
        <p14:creationId xmlns:p14="http://schemas.microsoft.com/office/powerpoint/2010/main" val="507335881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B22271-3CD9-445E-8842-3E638BDF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配線を作る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C8814-B3A4-4A1B-BB2A-8883FDA8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スイッチのCOMとNCを確認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4CE1A-422F-45EC-B847-0330EC53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8CFDF-8F0D-4D1D-B460-F905BF79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DA97A-7B7C-4020-8568-19432093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788F5-3D33-4BE2-B4E4-F12B5027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6E179-0B6A-490C-98EA-871B1743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752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6D8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DEB9A-8A3B-4302-8BBB-EE3A18D8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下端 SS-01GL13-E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C57BC-37D7-490D-A0E1-1BC4E2E3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479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04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F838B-D231-4AC0-9395-CBD42C78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908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2DDA2-3EA7-42B0-80CE-E1632C82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479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6D8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7518D-4108-4D4A-B39D-20116530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5908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NC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615FB-B9B0-4142-9F05-5D2625DB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336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黒線 → TicのGNDピン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856A3-0B7E-438D-A5DE-D5A7203C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479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信号線 → SCL（reverse）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ED375-40D4-49E1-87D4-1D69AF7A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752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6D8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AEAF7-53B8-4D0C-A0C5-3D533A56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上端 SS-01GL13-E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CA69F-EE55-43DE-B687-096F0F9F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767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04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C8FDF8-FEB3-4A05-920D-2305C531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196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COM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BD923-9AA9-4C65-AD54-827C6542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767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6D8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CC434-7E48-45DD-B19C-73C12B3F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4196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NC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6A2E9F-88B3-41BD-ADE8-A061EBB6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624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黒線 → TicのGNDピン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3E342-CAB8-402B-9C3C-79318D14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767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信号線 → SDA（forward）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2F6CE-17CB-411B-ADA5-D5763A43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0067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レバーを離す：COM–NC 導通　／　押す：COM–NC 開路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272150-6F35-4954-BB00-439482E8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端子の左右順で決めない。刻印と導通を照合。使わないNOは無接続。</a:t>
            </a:r>
          </a:p>
        </p:txBody>
      </p:sp>
    </p:spTree>
    <p:extLst>
      <p:ext uri="{BB962C8B-B14F-4D97-AF65-F5344CB8AC3E}">
        <p14:creationId xmlns:p14="http://schemas.microsoft.com/office/powerpoint/2010/main" val="1780694056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674F1-653C-4067-9A26-8B25C546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配線を作る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9F26A-3483-419A-9949-1416397F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基板上のどの端子へ接続するか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BC674-B00B-44C4-9654-F455F2B7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0AD88-D325-46C2-B612-D7156A45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2FAC0-F553-4D71-8EE9-DCC36034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21E91-8DAB-41C0-9D8A-E357F980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72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da2ad7c7e4ec6"/>
          <a:stretch xmlns:a="http://schemas.openxmlformats.org/drawingml/2006/main"/>
        </p:blipFill>
        <p:spPr>
          <a:xfrm xmlns:a="http://schemas.openxmlformats.org/drawingml/2006/main">
            <a:off x="323850" y="1796149"/>
            <a:ext cx="6962775" cy="3580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12359-53FF-4A94-B882-FD779263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Pololu公式ピン配置図（部品面から見る）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E4CED-74BD-4A73-9303-68C960B6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3F51A-FF3C-4D4E-80A2-A2F85B39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図ではMicro-Bが上。左の細いピン列が信号用、右が電源・モーター用。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75149-9B1B-4F14-9F93-67489B15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9D8E2-1455-4CCB-B38D-9AA5A35F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左列をUSB寄りから数えて3番がSCL、4番がSDA/AN。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E2A4B-C1B6-4590-94F8-D4C29793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E7EF7-10A2-4217-A8F0-F39BCADA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左列5番と10番がGND。上下のCOMを1本ずつ接続する。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72124-7374-4299-8206-EA30DAA3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確認：5 V・VM・VINとGNDを取り違えない。実物の印字も照合。</a:t>
            </a:r>
          </a:p>
        </p:txBody>
      </p:sp>
    </p:spTree>
    <p:extLst>
      <p:ext uri="{BB962C8B-B14F-4D97-AF65-F5344CB8AC3E}">
        <p14:creationId xmlns:p14="http://schemas.microsoft.com/office/powerpoint/2010/main" val="1550918224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11152-B41A-4097-8A39-9B4C697E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配線を作る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83829-8549-45A7-967F-26F19D7D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信号ピンにはメス端子付き線を使う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62D07-0370-4855-A00C-6FF74EAA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F06B2-46CC-49BA-9A85-402255E9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74577-74A8-47D5-8487-78ADBCF0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A33B7-068F-47AA-AB54-F641DAD7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73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43918ae7e41f4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CFF16-C853-4A26-83D2-F35EDF05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2.54 mm・1ピンのメス端子付きリード線 ×4（手持ち確認）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19345-0D56-4344-9B56-2BC13A98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17935-98A5-4B9F-9DC2-7672D16D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SCL、SDA/AN、2つのGNDへ、1ピンのメス端子を1本ずつ差す。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EF220-40E4-47D0-8466-69524EFF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62654-CC5A-46F6-8E6B-9F5C4DB1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反対端をスイッチ線へはんだ接続し、接続部を熱収縮チューブで覆う。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72826-7EEE-4595-AE42-F628053C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3B830-E28F-45B3-8CC1-6899B01B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コネクタの根元を固定側へ留め、68 mm往復でも抜けないか確認する。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1A717-78D1-419B-8965-3DFE00B6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確認：この4本は旧購入表に未記載。手元にない場合は追加してから配線する。</a:t>
            </a:r>
          </a:p>
        </p:txBody>
      </p:sp>
    </p:spTree>
    <p:extLst>
      <p:ext uri="{BB962C8B-B14F-4D97-AF65-F5344CB8AC3E}">
        <p14:creationId xmlns:p14="http://schemas.microsoft.com/office/powerpoint/2010/main" val="844165127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53C4F-4FF6-49D9-92F4-FA851180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配線を作る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02DA4-9AA1-462D-B58B-FA6945E2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Ticへ入れる線の接続表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3B55A-F9BB-4B4D-9994-A5109A64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A51B8-7526-44C7-ABF4-8A8037C7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0B0F5-7F1B-480A-ADCA-6DCC700A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B76C3-CD5D-493A-914A-453330DE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74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14875"/>
                <a:gridCol w="3352800"/>
                <a:gridCol w="3095625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接続元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Ticに印字された端子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役割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主電源スイッチを通った赤線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VIN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モーター用DC電源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0 V用WAGOの黒線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GND（電源側）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電源の戻り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下側スイッチのNC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SCL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reverse limit：下向きを禁止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上側スイッチのNC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SDA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forward limit：上向きを禁止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上下スイッチのCOM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GND（信号側）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入力の0 V基準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04FDB-4768-42F8-AA4F-70BA904C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SCL・SDA・信号GNDは信号端子。そこへモーター用DC電源を入れない。</a:t>
            </a:r>
          </a:p>
        </p:txBody>
      </p:sp>
    </p:spTree>
    <p:extLst>
      <p:ext uri="{BB962C8B-B14F-4D97-AF65-F5344CB8AC3E}">
        <p14:creationId xmlns:p14="http://schemas.microsoft.com/office/powerpoint/2010/main" val="778080128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CF986-AA01-41D6-A1D0-48BF1175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配線を作る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88160-0B83-41EA-B310-C7732DB0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モーターの2つのコイルをつなぐ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7B7B5-4C1B-4A05-B921-6751FFFE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B9E92-709B-4FCA-9B00-B061832B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9347F-EBAD-4414-A49A-B1BB56F1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058D2-C51B-4D74-9EE9-05D7C34A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75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9f29dc3c3444c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7EE5D-8C16-44A2-9FAA-F55D00CC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C-42STM01の4本線 → Tic T825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70270-CE8F-4245-8BF7-1B9D56E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F7E27-678F-4412-8CA2-342D6087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モーターを外した状態で、抵抗がある2本の組をテスターで探す。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EDAA6-264E-48AC-AB3F-08E59654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68D2A-839A-41E8-B8A4-B65C371D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一方の組をA1/A2へ、もう一方の組をB1/B2へ接続する。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74765-F093-451B-8E88-682AF952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EAC8E-A132-4D52-A525-64FF8F79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ねじ端子から銅線がはみ出さず、引いても抜けないことを確認する。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ABABB-EDDE-40C9-9EEA-46E6E789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確認：線色は決め打ちしない。励磁中に端子を抜き差ししない。</a:t>
            </a:r>
          </a:p>
        </p:txBody>
      </p:sp>
    </p:spTree>
    <p:extLst>
      <p:ext uri="{BB962C8B-B14F-4D97-AF65-F5344CB8AC3E}">
        <p14:creationId xmlns:p14="http://schemas.microsoft.com/office/powerpoint/2010/main" val="140343592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3884A-AB75-423A-832A-E9586F3D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配線を作る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72B26-2503-40AD-B13D-09BD17AA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電源ケーブルを外からつなぐ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C6EAE-0A60-4044-B457-AFF26243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9DE81-9E7F-4165-BC20-0DD7D554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03E7D-BDFA-412D-A7F1-616FE24C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D659F-FB6B-4477-AB70-DD98EA7A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76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f5e2cf86446b0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D4629-B225-4D46-9B19-F2D23596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Yiqigou XT60オス–4 mmバナナケーブル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354FA-B9D2-4F84-AEF8-BB8BA9FC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7CB58-5094-4E01-8AFF-A2F79733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赤バナナを安定化電源の＋、黒バナナを0 Vへ対応させる。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C6C91-C701-4B05-BB38-E7218D22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13402-67A3-495A-8BAA-26576DDB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出力OFFで極性を確認し、電圧を24 V以下に設定する。21.2 Vでも使える。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47A7B-2582-4725-9C42-09FCA631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47EC8-F171-4092-B70A-BD91E837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XT60オスを装置のパネルメスへ、形と極性を合わせて差す。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7437F-8328-4CA8-8888-E6D079DD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確認：2本組のうち1本を使用。装置の主電源はまだOFF。</a:t>
            </a:r>
          </a:p>
        </p:txBody>
      </p:sp>
    </p:spTree>
    <p:extLst>
      <p:ext uri="{BB962C8B-B14F-4D97-AF65-F5344CB8AC3E}">
        <p14:creationId xmlns:p14="http://schemas.microsoft.com/office/powerpoint/2010/main" val="111828320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AB610-7AC2-4DBA-BEE0-603E4732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電子箱を組み立てる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4A3A0-CF0E-46DA-8529-5068E022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駆動側板の中央へ配線を通す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8D034-4C09-4C19-B0D3-7AE6329F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51141-82A7-4D74-93DB-E2F78003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6A702-302C-4E8F-9BBF-A329BA12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16575-7F62-48CB-8130-4AD92967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77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c2750c6e848d2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7AC69-88C5-4751-A408-7396D283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駆動側板の配線口：41×16 mm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C1D86-69F8-4C42-A3F1-D6098D91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2C51E-C481-48F3-8850-E68B908C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モーター線と上下リミットの線を、中央の角穴へ通す。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96661-2BB9-46F6-9967-4FC1DECC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6900D-F9DB-4836-9AF7-937DCE46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コネクタや端末を接続する前に通し、箱内でTicへつなぐ。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E1912-245C-4139-961D-747634C2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7D4EA-9E9A-44EF-A9DC-EBF5389B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固定フレーム側へ束ね、68 mm全域で可動部やレバーへ触れないようにする。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D3301-2375-45EB-AC30-D57A035C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確認：Ticは底板に固定する。配線口の角に線が強く当たらないこと。</a:t>
            </a:r>
          </a:p>
        </p:txBody>
      </p:sp>
    </p:spTree>
    <p:extLst>
      <p:ext uri="{BB962C8B-B14F-4D97-AF65-F5344CB8AC3E}">
        <p14:creationId xmlns:p14="http://schemas.microsoft.com/office/powerpoint/2010/main" val="809084661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54A2E3-067A-4BDD-844F-DB84C860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電子箱を組み立てる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0AD52-3B43-432A-AC45-1E53AFC0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ヒューズ側板を4本で固定する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E4CE9-EB0F-4D6C-A6C7-51C15A9F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3AFEF-3414-41A9-9F11-078A4CA7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0F966-317A-4B31-9129-3753862D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8BCE9-C1FE-461F-8FE6-7EB0CE1E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78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7825a2cbe4cfd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976E3-C2B9-4A5E-939A-3601C731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M3×8 ×4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C11DC-8704-41C3-A77A-13AD81B6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90330-CFE3-4D59-9FC9-BFAF4965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側板を開けたまま端子を配線・絶縁し、余長を箱内へ収める。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608B5-25A1-46C1-A726-B28AEB9E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24BB6-1F60-4E32-BCE9-2CAFA93A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ヒューズ側板の四隅からM3×8を入れ、USB側板と駆動側板へ留める。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4E600-D3F6-4D02-82F8-06C10751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E9314-A93E-4CA6-8222-B171CFEB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下の2個のインサートはベース固定用なので、ここでは使わない。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F869F-43DE-4BFF-AE26-EA7317BA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確認：板を合わせたとき、裏の取付ナット・端子・線が柱に当たらない。</a:t>
            </a:r>
          </a:p>
        </p:txBody>
      </p:sp>
    </p:spTree>
    <p:extLst>
      <p:ext uri="{BB962C8B-B14F-4D97-AF65-F5344CB8AC3E}">
        <p14:creationId xmlns:p14="http://schemas.microsoft.com/office/powerpoint/2010/main" val="1411485260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E6AAD-4C86-43ED-AFFD-88F256E6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電子箱を組み立てる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BF6B2-90DA-47DB-A37A-43570242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電源側板を4本で固定する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9809C-041E-42E8-BE1F-D8686ED9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59B36-CC3E-46FD-88EF-A0E11C6E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8B585-8EEA-4A37-95BB-2168C261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70CD2-B72A-440C-818C-0716118C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79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ae42d9a844edf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DA542-CEC2-4663-B1AF-F64716E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M3×8 ×4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969CF-900D-4319-9B6E-42F043FE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0CAF9-50E4-4AB5-B722-06DEE157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XT60と主電源の配線を確認し、露出した端子を絶縁する。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D3399-E67A-4305-8185-7E5239CE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9A59A-0B94-4E09-AFAD-6767B0D6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電源側板を合わせ、四隅のM3×8を両側板のインサートへ留める。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08BC1-7CCE-46B9-9DC1-E6ADB71F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387EF-CBBA-4BD8-91B7-38049FE2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XT60の太い線を急に曲げず、天板のねじ受けから離して収める。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BE861-A08D-4262-86BD-C3BBDA6B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確認：側板を工具で無理に押し込まない。締める前に挟み込みを確認する。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243392091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591CF-0E0D-4D78-A9AB-A15DD83A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電子箱を組み立てる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7C99E-3376-4F3F-843B-58BE69E2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天板を4本で固定する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74DF6-2C1F-4AA4-B0A0-40E15C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9B6DC-973F-431C-A776-5FDB0BED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BBEE3-985D-4426-A0E8-E4AB0AAD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3EAF9-98EB-462C-A03A-0F357EB3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80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e2094d103418e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A00E1-0874-442A-980F-E9EBD933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天板 ／ M3×8 ×4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784B2-3722-4C75-AFCC-8EB94F19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F0ED7-63A1-46A8-82A5-644FD852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通気穴のある天板を、4枚の側板の上へまっすぐ載せる。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315F7-9F99-49EA-B831-75449D73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2ABC8-B270-40A2-BB30-EE39F00A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四隅の凹みからM3×8を入れ、USB側板と駆動側板の上端へ留める。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49951-BD8A-4AB2-8E20-5B4A76A9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1ED82-2DE9-4124-B6CF-2D60A34D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対角の順に少しずつ締め、ねじ頭を凹みへ収める。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0F280-93E6-4A07-950D-FDBC6604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確認：置くだけのふたではない。線を挟まず、4本で固定する。</a:t>
            </a:r>
          </a:p>
        </p:txBody>
      </p:sp>
    </p:spTree>
    <p:extLst>
      <p:ext uri="{BB962C8B-B14F-4D97-AF65-F5344CB8AC3E}">
        <p14:creationId xmlns:p14="http://schemas.microsoft.com/office/powerpoint/2010/main" val="1006908072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9D796-61F0-4525-B39D-0CC208E9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電子箱を組み立てる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7446C-56E2-4233-93E7-DEB59300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組んだ電子箱をベースへ固定する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14F7A-7559-40D9-9E9C-B56F1391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DF298-F502-439F-8C1A-211F99A7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FA3DF-C7DD-46B5-BA41-16895F5E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321F0-ED2D-4EF1-A208-3BF80CD8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81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6c88619dd4535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630D7-2BC7-465A-9407-AAEBD5A6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M3×12 ×2（ベース側から）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7E9CA-D6C7-4B4E-B060-9329392F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32887-BD24-4858-8348-94C8EF21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USB側板をベースの外端に合わせ、底板をベースへ載せる。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ABA32-0A2A-44A0-8C63-1DC3891D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D448A-A62A-4F4C-9B09-EBDD0622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ベースの側面2穴からM3×12を通し、ヒューズ側板のインサートへ締める。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F0EB8-4E52-486F-A383-574F1B37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D59A4-2794-461D-9465-B06E8957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USB側がはみ出さず、フレーム側の配線口に余裕があることを確認する。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82B31-7CB9-4B9A-BB1B-48D190D0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確認：USBプラグの後方には約70 mmの配線スペースを取る。</a:t>
            </a:r>
          </a:p>
        </p:txBody>
      </p:sp>
    </p:spTree>
    <p:extLst>
      <p:ext uri="{BB962C8B-B14F-4D97-AF65-F5344CB8AC3E}">
        <p14:creationId xmlns:p14="http://schemas.microsoft.com/office/powerpoint/2010/main" val="1216304178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6BBE5-99D5-48CE-88CD-C36C51D1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試験片を試す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B242A-8126-4A21-9F9A-4E3C8DA5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試験片の名前と採用寸法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3B647-85E1-4E24-A570-BBFE5441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91069-1201-49A1-B9CC-42BDED3C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0239F-7E63-444A-9DD7-C91F45C9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38CF1-CFB2-4BF3-B2C6-C7886003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82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73430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試験片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採用寸法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XT60取付試験片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最小：20.2×12.2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ヒューズホルダー試験片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最大：φ13.0 mm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主電源スイッチ試験片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最大：φ12.4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軸受試験片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最大：φ15.5 mm（暫定）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M3インサート試験片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中央：φ4.2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ガラス溝試験片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中央：2.9 mm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09209-5C0D-4A36-A22B-E787FF11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材料や印刷条件を変えたときに確認する。付属の試験片ZIPは別ファイル。</a:t>
            </a:r>
          </a:p>
        </p:txBody>
      </p:sp>
    </p:spTree>
    <p:extLst>
      <p:ext uri="{BB962C8B-B14F-4D97-AF65-F5344CB8AC3E}">
        <p14:creationId xmlns:p14="http://schemas.microsoft.com/office/powerpoint/2010/main" val="447789789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21B05-C98B-4685-8BDB-4851AA0F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試験片を試す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40A91-936B-4FC1-B1B6-41E0AD37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XT60はナットまで付けて試す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BEE56-B043-4E0A-AB56-477AFD83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B9D2D-B7D2-4CD6-81C0-7373A93C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6C82D-55FD-4B87-81D7-CA006F82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B2F37-D033-4240-A952-880FC390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83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bb382e1194d59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B9E2E-20C2-454E-A272-7748F55B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XT60取付試験片 ／ XT60E-F ／ M2×8・M2ナット 各2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AEB2D-6792-4733-B91F-C5807510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2CC3C-1062-4AA9-9651-2C631115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最小の20.2×12.2開口へ、既設線から通して胴を入れる。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CA637-36DE-49A6-BB5B-C1781073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67F1F-A6CD-40D3-B8AA-C0317E6D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フランジを密着させ、左右のM2ねじとナットで仮固定する。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E8304-1838-408A-8223-20931E9F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18DF9-671B-49A6-9E10-61807430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相手のXT60オスを挿し、がた・割れ・ナットと胴の干渉を見る。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58FA0-5719-421C-8249-DA047055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確認：採用済み：最小。無理な圧入と穴を削っての合格は記録を分ける。</a:t>
            </a:r>
          </a:p>
        </p:txBody>
      </p:sp>
    </p:spTree>
    <p:extLst>
      <p:ext uri="{BB962C8B-B14F-4D97-AF65-F5344CB8AC3E}">
        <p14:creationId xmlns:p14="http://schemas.microsoft.com/office/powerpoint/2010/main" val="645448169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A89FE-F89E-497E-BA8E-00722FA4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試験片を試す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B37CF-6C06-44F1-9104-86104917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丸穴は「板を挟める」まで試す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BE706-FE66-4A74-A975-3796DFC4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FF6AF-F290-48A3-B005-0C073765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7CDE0-C89C-423A-884A-1ECF54F6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40549-E4F8-4545-BD5E-C759E38F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84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62341ad56477c"/>
          <a:stretch xmlns:a="http://schemas.openxmlformats.org/drawingml/2006/main"/>
        </p:blipFill>
        <p:spPr>
          <a:xfrm xmlns:a="http://schemas.openxmlformats.org/drawingml/2006/main">
            <a:off x="7277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1E8E1-1A83-48EE-B598-0BED0C78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ヒューズ：最大φ13.0 mm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ed569509443ef"/>
          <a:stretch xmlns:a="http://schemas.openxmlformats.org/drawingml/2006/main"/>
        </p:blipFill>
        <p:spPr>
          <a:xfrm xmlns:a="http://schemas.openxmlformats.org/drawingml/2006/main">
            <a:off x="65189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83486-0938-46A1-AB3A-C6DADAE4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主電源：最大φ12.4 mm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B139F-2C56-4599-A047-C1A8756E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胴を通す → 付属ナットで板を挟む → 手で操作して回らない・割れないことを確認。</a:t>
            </a:r>
          </a:p>
        </p:txBody>
      </p:sp>
    </p:spTree>
    <p:extLst>
      <p:ext uri="{BB962C8B-B14F-4D97-AF65-F5344CB8AC3E}">
        <p14:creationId xmlns:p14="http://schemas.microsoft.com/office/powerpoint/2010/main" val="603818814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460DE-4740-4FC7-92E9-E22918EF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試験片を試す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F5D4C-1E55-4EF3-9599-DDB48ADD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軸受は押さえと組にして判断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39D29-39E0-4E6F-9197-74E9DE58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16ACD-3AAD-415D-B4D6-7C77154A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8E4B1-F5C7-4A66-8CA0-8BC47C88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0089F-7826-499A-80FF-3B985A8B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85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bd92fe1ea4daf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F8490-2A6D-4A62-BA94-D2C7C08F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軸受試験片 ／ 696ZZ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CD845-B0E0-40BA-A516-8691F8A6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1CAFD-3E4C-4547-B8A3-C6F5F890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φ15.5の座へ、軸受を水平に指で挿入する。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ADB24-FA4C-4BD5-82A7-AD7EE147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47AE8-6D1E-40B4-BE6D-91B26662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傾き・横がたを調べ、内輪が軽く回ることを確認する。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CDFE1-41D8-46DF-8FB4-167092D5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5852A-6E2B-4B1A-8535-208A7D39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本体では軸受押さえも装着し、軸方向の抜けを確認する。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DC85E-DFEF-4F2E-AAA9-01C77429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確認：穴径は暫定採用。現物で回転・がた・軸方向の抜けを確認する。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329225772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0D11D-A623-4D20-8ABE-7E65FAA9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試験片を試す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6E76A-533A-40F1-88D0-E2E81681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インサートは冷えてから試す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9F83F-46A6-4BB2-A553-CCB10E9F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9635A-5A34-4E5A-8CF7-1FB52A3B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A38E3-2F86-4FE5-AC77-A2DAFECB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69849-C1E0-41F1-91B9-9D46895C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86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f533bc7224814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5E0B4-E788-49E9-AAE7-02DDDB91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M3インサート試験片 ／ 中央φ4.2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C5B16-EF18-46D4-BD97-CD35A6C0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ABCCB-9D7B-494A-B158-4F24F34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本体と同じ材料・積層・穴の向きで試験片を作る。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2B6E4-3A51-4905-A182-930E6576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61CC3-D22A-46DF-BEB9-D55A7E14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こてを軸に合わせて入れ、インサートが面とそろう位置で止める。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586AB-22C1-45DF-B18F-16CEEFF1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854AD-28DB-4A92-9205-620E43AE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室温まで冷やし、M3×4と座金で軽く留めて空回りを調べる。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B022C-FF77-40D5-B5DF-2E778BCA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確認：長いねじの底付きは「固定できた」ことにならない。</a:t>
            </a:r>
          </a:p>
        </p:txBody>
      </p:sp>
    </p:spTree>
    <p:extLst>
      <p:ext uri="{BB962C8B-B14F-4D97-AF65-F5344CB8AC3E}">
        <p14:creationId xmlns:p14="http://schemas.microsoft.com/office/powerpoint/2010/main" val="489999962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07D56-34C0-430C-A32B-3EFE5051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試験片を試す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4ED7C-77D0-4ED7-99ED-7405C228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ガラス溝は保持と抜き差しを試す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AF4BA-1073-4351-B3DD-DCC3F6CE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242DD-9F7A-451B-993F-D7F4E83E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3995F-7F40-429B-85E0-7E5E294D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6D4A8-F87E-46A2-8E19-CAC37D83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87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7c10a216c4b8a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157F0-2ABA-41EC-900F-C355A1DF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ガラス溝試験片：中央2.9 mm ／ USLL6・ナット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84AF4-2D42-4A4A-BA09-C891B7B4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74BC5-E1D1-44F3-BADD-1B2146EA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中央の本体と前枠を組み、支持ねじも実際に付ける。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C489E-F4AA-4633-A426-379434A9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E9727-B851-4779-B3A5-F3B79392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同じ厚さ2.3 mmの板を上から入れ、5 mmの掛かりを確認。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43C7E-B9C1-4DDA-86B7-F89F96AA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56E2A-01B3-4151-A329-8358573F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引っ掛かり・前後のがた・支持ねじの固定・枠の割れを見る。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2C394-3DE4-4C5F-89CC-2E0AD858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確認：採用済み：中央2.9 mm。ガラスを締め潰して保持しない。</a:t>
            </a:r>
          </a:p>
        </p:txBody>
      </p:sp>
    </p:spTree>
    <p:extLst>
      <p:ext uri="{BB962C8B-B14F-4D97-AF65-F5344CB8AC3E}">
        <p14:creationId xmlns:p14="http://schemas.microsoft.com/office/powerpoint/2010/main" val="1347648189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7094E-DECB-42FD-AE7E-CB6CD971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Adventurer 5M Pro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86554-31F7-4924-8321-E6E0295D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フレームとキャリアの印刷姿勢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5B29B-3F70-46A8-8C58-FE49F1C6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2A0CB-6641-4FBB-B0A7-7042BE64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E44D2-99B5-42FB-A17F-7376D72E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99975-BA80-416C-AC42-8321534B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88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d037fd7a741d9"/>
          <a:stretch xmlns:a="http://schemas.openxmlformats.org/drawingml/2006/main"/>
        </p:blipFill>
        <p:spPr>
          <a:xfrm xmlns:a="http://schemas.openxmlformats.org/drawingml/2006/main">
            <a:off x="7277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A7EAE-8C27-4C13-8E4D-3435D54A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駆動フレーム：背面を下にする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fae289a6d4d5b"/>
          <a:stretch xmlns:a="http://schemas.openxmlformats.org/drawingml/2006/main"/>
        </p:blipFill>
        <p:spPr>
          <a:xfrm xmlns:a="http://schemas.openxmlformats.org/drawingml/2006/main">
            <a:off x="65189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85C2E-54F5-48EC-AE49-69A149C7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キャリア3部品：それぞれ平らな面を下に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2C75C-01D8-4685-B290-CC9460E4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0.4 mmノズル、0.2 mm積層を開始値とし、試験片と同じ穴補正で印刷する。</a:t>
            </a:r>
          </a:p>
        </p:txBody>
      </p:sp>
    </p:spTree>
    <p:extLst>
      <p:ext uri="{BB962C8B-B14F-4D97-AF65-F5344CB8AC3E}">
        <p14:creationId xmlns:p14="http://schemas.microsoft.com/office/powerpoint/2010/main" val="615695315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2C366-60DC-4EC2-B6AC-C3AFE426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Adventurer 5M Pro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3236F-4066-4F59-A4A8-34F873CD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電子箱は各板の平らな外面を下に印刷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2808C-558B-4BD3-BA7A-FC340BE2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53782-9BE2-419B-9517-B9B578B8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B4876-08C3-49C6-921E-26C89C34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89566-2D07-43E1-ABE9-39A0A1C8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89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a91eb15044fe6"/>
          <a:stretch xmlns:a="http://schemas.openxmlformats.org/drawingml/2006/main"/>
        </p:blipFill>
        <p:spPr>
          <a:xfrm xmlns:a="http://schemas.openxmlformats.org/drawingml/2006/main">
            <a:off x="7277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EAE8F-AE49-41A5-9101-B12E3645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USB・駆動・ヒューズ側板：内側が上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db936871c450f"/>
          <a:stretch xmlns:a="http://schemas.openxmlformats.org/drawingml/2006/main"/>
        </p:blipFill>
        <p:spPr>
          <a:xfrm xmlns:a="http://schemas.openxmlformats.org/drawingml/2006/main">
            <a:off x="65189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D5FF4-2F91-4511-AB05-A9EAD21E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底板・天板・電源側板：凹みと穴を確認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FCF1A-B049-4BD9-91F5-E93A5DA9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STLはこの向きで収録。各部品を個別に配置し、ねじ穴の小さなブリッジはスライサーで確認。</a:t>
            </a:r>
          </a:p>
        </p:txBody>
      </p:sp>
    </p:spTree>
    <p:extLst>
      <p:ext uri="{BB962C8B-B14F-4D97-AF65-F5344CB8AC3E}">
        <p14:creationId xmlns:p14="http://schemas.microsoft.com/office/powerpoint/2010/main" val="833260170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233D8-67DD-458B-A2EF-1E4BCE16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Adventurer 5M Pro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5B862-5BE7-4F2C-AD1B-0BE26560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印刷後に開口を目で確認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13917-76DB-481C-8231-1F5AB45C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412F6-970D-4D4D-9940-0F3019D2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1F5AB-9EBE-4DE2-AAC8-0D31005B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08D8F-A164-4097-9B4B-8E8C2B59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90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73430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場所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印刷後の確認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駆動フレーム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U字挿入口、蓋の凹み、軸受座と固定穴が開いている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キャリア3部品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M2の段付き穴、M4の4穴、M3穴・インサート穴を照合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電子箱の6枚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USB・配線口・Ticのφ1.6下穴・四隅の穴と頭の凹みを確認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M3インサート穴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指定した26穴を確認。穴底を貫通させない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ホルダー本体・前枠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溝とねじ位置の糸引き、支持ねじの座を確認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パネル・軸受押さえ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穴の薄膜を除き、ねじが指定方向から入る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2ACF6-A0F3-4521-A662-652A1EF7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試験片と同じ材料・造形条件で確認する。STLの単位はmm、倍率は100%。</a:t>
            </a:r>
          </a:p>
        </p:txBody>
      </p:sp>
    </p:spTree>
    <p:extLst>
      <p:ext uri="{BB962C8B-B14F-4D97-AF65-F5344CB8AC3E}">
        <p14:creationId xmlns:p14="http://schemas.microsoft.com/office/powerpoint/2010/main" val="2029042906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243B8-55A7-4129-BCAA-D79A9B18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リミットと高さを調整する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38511-7906-44CE-AB37-91529349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下端は「戻った位置」で合わせる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BB8B3-8368-495A-81AE-DD0EE9C6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6B74F-1229-4E20-B0A9-8C865A33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04A43-36D9-4795-9E55-23A9756A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37B52-6147-47DB-9F4C-561FD796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91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e857380ea4e44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C8865-61FB-4A0D-9B8A-53A2188A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テスター ／ 高さを測る定規・ノギス ／ ダミー板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85258-61DA-4BF4-9817-E1B6B282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1C8C5-6EA9-4742-A55A-CDF1D84E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無通電でキャリアを下げ、COM–NCが開く位置を確かめる。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B5A37-3B9C-4629-98F4-DEE6160F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B5AFC-1C2D-41C3-BE7F-377E7410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少し上へ戻し、COM–NCが再び閉じる位置で高さを測る。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6EFBC-8D59-4BB8-AA30-81E23887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4D4A9-3575-48E8-A00D-8D9909BC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そこで板の下面が17 mmとなるよう、下側スイッチを長穴で動かす。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D849F-4255-46D9-A747-56A63967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確認：押す位置と戻る位置は異なる。機械ストップへ押し付けて原点にしない。</a:t>
            </a:r>
          </a:p>
        </p:txBody>
      </p:sp>
    </p:spTree>
    <p:extLst>
      <p:ext uri="{BB962C8B-B14F-4D97-AF65-F5344CB8AC3E}">
        <p14:creationId xmlns:p14="http://schemas.microsoft.com/office/powerpoint/2010/main" val="1951124345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5923F-F0B1-4E26-A825-9123710B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リミットと高さを調整する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24DCA-F502-4FED-AD6D-ED7933CC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上端の復帰高さを85 mmへ合わせる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C1751-5659-4F80-9BF0-EB67FA31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84291-9582-4221-AC37-10413B6F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E35D4-5DD6-4E22-BDA3-5A93F3E8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5FB17-8E34-481F-B957-19B93055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92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4e11f931246fc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AE8E7-AFFC-40C3-B51F-40CD72E6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上端SS-01GL13-E ／ テスター・高さ測定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270B7-A3D7-47F2-90A6-2437D341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BD6CB-553C-4BB2-AC56-B3F43713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キャリアを上げ、上側スイッチのCOM–NCが開く位置を探す。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7ABE8-BF4E-4750-8B7E-F9FF95F0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D33F1-0767-4DE4-8158-342FC9DA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少し下へ戻し、再び閉じる位置で板の下面が85 mmか測る。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AC44B-00E9-4C56-BA06-86BC7366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0A1EB-44AA-4BA1-910A-D992D1C8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上側スイッチを長穴で動かし、下端との差を68 mmへ合わせる。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E7882-18C3-4751-A674-BE19E9B7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確認：両端とも、復帰端点から約1 mm先に機械ストップ。</a:t>
            </a:r>
          </a:p>
        </p:txBody>
      </p:sp>
    </p:spTree>
    <p:extLst>
      <p:ext uri="{BB962C8B-B14F-4D97-AF65-F5344CB8AC3E}">
        <p14:creationId xmlns:p14="http://schemas.microsoft.com/office/powerpoint/2010/main" val="768022082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9430F-7879-4521-9FFE-9300427B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リミットと高さを調整する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5C335-8433-4069-9B02-77075DD1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機械ストップはガイドブロックへ当てる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CDD50-88A3-4CF3-86B7-1DACF3AE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6CF51-5BD0-4BCA-845A-BBD836BE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3AD0A-1FD8-42E9-BA15-E479700C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32E98-7171-4008-8782-E67EF797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93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ae36510cc40d4"/>
          <a:stretch xmlns:a="http://schemas.openxmlformats.org/drawingml/2006/main"/>
        </p:blipFill>
        <p:spPr>
          <a:xfrm xmlns:a="http://schemas.openxmlformats.org/drawingml/2006/main">
            <a:off x="7277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684E1-CB38-4479-8FC5-E567D403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下端：ブロック下面と軸受座の内側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b5b2d445d45b2"/>
          <a:stretch xmlns:a="http://schemas.openxmlformats.org/drawingml/2006/main"/>
        </p:blipFill>
        <p:spPr>
          <a:xfrm xmlns:a="http://schemas.openxmlformats.org/drawingml/2006/main">
            <a:off x="6518910" y="1609725"/>
            <a:ext cx="4907280" cy="3505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C714F-0EE3-43B9-B946-87794B1F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上端：ブロック上面と背板内側の突起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DB45A-3030-4261-AE79-11E25EED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図はブロックを5 mm離した表示。実機のストップは復帰点から上下1 mm先。</a:t>
            </a:r>
          </a:p>
        </p:txBody>
      </p:sp>
    </p:spTree>
    <p:extLst>
      <p:ext uri="{BB962C8B-B14F-4D97-AF65-F5344CB8AC3E}">
        <p14:creationId xmlns:p14="http://schemas.microsoft.com/office/powerpoint/2010/main" val="1627058290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B5B62-33D9-4AA6-8E82-B69B3E88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組立完了チェックリスト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7F1C2-750B-4D1F-97CE-3B03FF54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無通電の仮組みチェック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1CC13-C523-4B36-9FDC-C7D747C6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42AA0-AF11-47FD-9C5A-DDFB7BCB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9B681-DAD5-490C-B93A-05EEE8D7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C93B1-B448-486E-A387-EA66754C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94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73430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対象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確認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手回し68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引っ掛かり、軸の振れ、ナットの斜め入りがない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上下スイッチ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取付板がレバーを先に押し、その後にガイドブロックがストップへ当たる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下端の台との隙間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ストップ時のUSLL6ねじ先と台：公称1.5 mm。現物で1 mm以上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ガラス保持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支持3点、前後の溝、端の掛かり5 mm、枠の割れなし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電装・工具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ねじを締められる。端子に金属露出なし。ふたが線を挟まない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211C1-1D0F-4AB3-912B-0BD796BD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CADの干渉検査は実機試験の代わりにならない。台が傾く・たわむ場合も測り直す。</a:t>
            </a:r>
          </a:p>
        </p:txBody>
      </p:sp>
    </p:spTree>
    <p:extLst>
      <p:ext uri="{BB962C8B-B14F-4D97-AF65-F5344CB8AC3E}">
        <p14:creationId xmlns:p14="http://schemas.microsoft.com/office/powerpoint/2010/main" val="1518081325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D3410-D3DB-4913-A605-BC364026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初回通電する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3D388-B854-4515-AFFD-874FE0AB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初回通電する前のチェック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7C889-3C9E-43AD-BF51-1CEF15E2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4196A-97DD-4C03-B401-59D0864C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C139F-5120-4B85-BF1D-E23FE972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B5623-2D44-4572-B4D2-FD1538CD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95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73430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確認するもの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条件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極性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XT60の＋→ヒューズ→主電源→VIN、0 V→GND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短絡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VINとGND、隣接端子、線の飛び出しを点検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ヒューズ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5.2×20 mm、2 Aを装着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モーター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コイル対を測定済み。A1/A2とB1/B2に正しく接続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ガラス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実ガラスを入れず、配線変更前はDC電源とUSBを外す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9B800-5B5B-45CD-81E4-69A7406C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DC電源は24 V以下に設定。使用中の直流安定化電源の21.2 Vで動作確認済み。</a:t>
            </a:r>
          </a:p>
        </p:txBody>
      </p:sp>
    </p:spTree>
    <p:extLst>
      <p:ext uri="{BB962C8B-B14F-4D97-AF65-F5344CB8AC3E}">
        <p14:creationId xmlns:p14="http://schemas.microsoft.com/office/powerpoint/2010/main" val="1384533199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DFB10-70A7-4193-9E24-9347C439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パソコンの準備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63B88-884F-47A3-93CA-F2F30F76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Mac：Ticソフトとuvを準備する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13AB3-56EA-4CDA-8B99-6A97AB11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5D7DF-C8F1-48AE-9BC8-81316BAB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377DE-971A-4CA2-A4F9-9EB0D38A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BDEC8-07A3-4948-8248-68AC2C37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96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97255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順番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操作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Ticソフト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Pololu公式のmacOS手順でTicソフトをインストール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uv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ターミナルで次のインストールコマンドを実行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コマンド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curl -LsSf https://astral.sh/uv/install.sh | 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反映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ターミナルを開き直す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入っていれば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Ticソフトとuvの再インストールは不要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2F1D3-23D7-4973-AA13-33BFF196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リンクとコピー用コマンドはGitHubのREADMEに掲載。</a:t>
            </a:r>
          </a:p>
        </p:txBody>
      </p:sp>
    </p:spTree>
    <p:extLst>
      <p:ext uri="{BB962C8B-B14F-4D97-AF65-F5344CB8AC3E}">
        <p14:creationId xmlns:p14="http://schemas.microsoft.com/office/powerpoint/2010/main" val="1328410767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C2C50-8CFB-431A-8EA2-131013EC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パソコンの準備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784C9-BEB7-4AD3-95FA-0959FD82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Windows：Ticソフトとuvを準備する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24313-CC21-4CE2-BB90-F0BE8258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3C813-9433-48AE-AB3A-679B2A65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E3413-42C3-4840-8ED2-F997F77E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A8E65-9309-45CE-8CCB-FA886A63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97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97255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順番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操作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Ticソフト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Pololu公式のWindows手順でドライバーを含めてインストール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uv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PowerShellで次のコマンドを実行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コマンド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winget install --id=astral-sh.uv -e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反映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PowerShellを開き直す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入っていれば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Ticソフトとuvの再インストールは不要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AA876-2E8A-49F6-8156-69D606CB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wingetが使えない場合は、README内のuv公式インストール手順へ。</a:t>
            </a:r>
          </a:p>
        </p:txBody>
      </p:sp>
    </p:spTree>
    <p:extLst>
      <p:ext uri="{BB962C8B-B14F-4D97-AF65-F5344CB8AC3E}">
        <p14:creationId xmlns:p14="http://schemas.microsoft.com/office/powerpoint/2010/main" val="244888358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91DD9-0643-4E61-98D7-684D6A4A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パソコンの準備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AAAC8-3528-4901-A911-C7E424C4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スクリプトをダウンロードして準備する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ECFF6-9465-4CE0-B22D-3863D153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E3F18-ACD8-4FE8-97E8-5506A1F0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F0025-E3CD-4CDA-B575-6E81E8AA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9CD53-452D-4EBA-AC9D-274AC2A6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98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97255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順番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操作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ダウンロード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GitHubのCode → Download ZIPから入手して展開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保存先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ダウンロード内のplate-lift-control-mainを使う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Macで移動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cd ~/Downloads/plate-lift-control-main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Windowsで移動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cd "$env:USERPROFILE\Downloads\plate-lift-control-main"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共通の準備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uv sync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AA1C7-601B-4B90-8724-7D8413FD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Pythonはuvが用意する。初回の準備はインターネット接続が必要。</a:t>
            </a:r>
          </a:p>
        </p:txBody>
      </p:sp>
    </p:spTree>
    <p:extLst>
      <p:ext uri="{BB962C8B-B14F-4D97-AF65-F5344CB8AC3E}">
        <p14:creationId xmlns:p14="http://schemas.microsoft.com/office/powerpoint/2010/main" val="64595332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EF006-EC8C-40B6-8121-2DA79CE2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必要なときの設定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D0206-B874-4E5C-9F63-05B5A630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Ticを交換・初期化したときだけ設定する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29274-2173-497C-8AAD-1C0A4BF8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E758B-EC54-427E-8061-73921190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93881-0287-4681-9674-CEFDAFAD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55249-B69D-49B8-9377-E97FEE02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99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972425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対象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操作・設定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使用中の設定済みTic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この設定作業は不要。up／downを実行する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新品・初期化後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GitHubのdocs/tic-setup.mdの手順で設定ファイルを適用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下端SCL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reverse limit、Pull-up有効、Active high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上端SDA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forward limit、Pull-up有効、Active high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適用後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ガラスなしで向きと上下の停止入力を確認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D4526-9448-4094-A565-55ECD004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毎回のApply settingsは不要。スクリプトは保存済みの電流制限とリミット設定を使う。</a:t>
            </a:r>
          </a:p>
        </p:txBody>
      </p:sp>
    </p:spTree>
    <p:extLst>
      <p:ext uri="{BB962C8B-B14F-4D97-AF65-F5344CB8AC3E}">
        <p14:creationId xmlns:p14="http://schemas.microsoft.com/office/powerpoint/2010/main" val="700318537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C835B-A3E5-4B56-A344-DD1ABED7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USBと停止入力の確認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22C1E-B1E9-4DF8-B837-363E77B8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USBだけでリミット入力を試す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885F2-1112-4866-AF39-02A0C8F0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6EB13-F1B2-4E90-925E-E0F6D786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F1E82-4C23-4043-9557-1DAE6A60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DFCDF-9771-4EDD-AE4A-A008C45F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100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73430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実物で行う操作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Ticの表示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両スイッチを離す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forward/reverseともinactive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下側だけを押す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reverseだけactive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上側だけを押す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forwardだけactive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各NC線を1本ずつ外す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対応する入力がactive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信号をGNDへ短絡した場合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NC方式でも検出できない。短絡を残さない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C29CB-2B23-440E-8C17-61901C29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USBを外してから線を変更し、再接続して確認。作業後に正しい配線へ戻す。</a:t>
            </a:r>
          </a:p>
        </p:txBody>
      </p:sp>
    </p:spTree>
    <p:extLst>
      <p:ext uri="{BB962C8B-B14F-4D97-AF65-F5344CB8AC3E}">
        <p14:creationId xmlns:p14="http://schemas.microsoft.com/office/powerpoint/2010/main" val="689363718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EB56F-7B69-4E17-BFC8-D20EE0A8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動作を確認する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05324-98A6-4422-AE73-D2E64F59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ガラスなしで初めて動かす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C2A9F-556A-4177-BD57-BEF79983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37E86-F709-4382-97D6-02B27861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A2E11-4EDB-4D70-A8DD-159EE077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F0817-D1A8-455E-B0B8-CAEEE168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101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78205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段階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操作と判定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接続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USBとDC電源を接続し、Tic Control Centerを閉じる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下向き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uv run platectl home：下へ進むことを確認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端点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下端で止まり、少し戻って無励磁になる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上向き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uv run platectl up：上端で止まり、少し戻る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向きが逆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電源を外し、docs/tic-setup.mdの方向設定を確認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796A8-9025-4ED9-97AB-520E91C2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最初の位置不明時は端点を探すため、通常移動より時間が掛かる。</a:t>
            </a:r>
          </a:p>
        </p:txBody>
      </p:sp>
    </p:spTree>
    <p:extLst>
      <p:ext uri="{BB962C8B-B14F-4D97-AF65-F5344CB8AC3E}">
        <p14:creationId xmlns:p14="http://schemas.microsoft.com/office/powerpoint/2010/main" val="1112743045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F4C2A-AB0C-4F21-BADB-083FCB25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動作を確認する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D6BF5-4970-4EC5-89EA-AD306F81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ダミー板で保持と動きを試す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9DAE2-67C9-442A-B8E4-3F5BD583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E8444-F438-4F5D-BD52-8C0780EF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1AED8-1F51-4D68-B244-3B79600C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2189F-C19D-4579-80E9-C7AF1BC1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102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e2f8d596f4c43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A0852-D497-4DD7-B30B-94465727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50×50×2.3 mmのダミー板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79DE6-DB2D-437B-8F6D-CCE2617C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AED19-051C-4A15-AEAA-0A0CFDBE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無励磁のDOWNで、板を上から左右の溝へ静かに差す。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FDAFC-B163-451D-AAD6-DACB149F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E60F8-C61A-46CE-A104-5E1960F6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下面2点に載せ、側面USLL6を軽く当てる。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524FF-B738-4EB7-8F16-18E0700B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594DE-3386-4242-9FA7-D9AEC643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手回し → 低速10往復の順に、ずれ・接触・抜けを調べる。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B2E60-D3AF-442B-AAE7-180EC634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確認：前後面をねじで挟まない。上から抜き差しできること。</a:t>
            </a:r>
          </a:p>
        </p:txBody>
      </p:sp>
    </p:spTree>
    <p:extLst>
      <p:ext uri="{BB962C8B-B14F-4D97-AF65-F5344CB8AC3E}">
        <p14:creationId xmlns:p14="http://schemas.microsoft.com/office/powerpoint/2010/main" val="669962649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7114F-57DC-4209-8740-85956524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動作を確認する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80BF0-755A-4FCC-A653-C2F0D94A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実ガラスを入れて位置を確認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6CF4A-0322-4DF1-8FF4-7DB47454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EC63D-1EAC-47ED-8E9B-18F079E9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12230-0BEC-47A0-B9DF-240EFE0F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66CC8-C506-4FEA-BCF5-B4594C90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103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5a066fb464355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EF284-2DC6-48B2-ADC2-4DA07BA8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ランダムドットガラス 50×50×2.3 mm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ABA62-90D6-47BE-9F7F-64277805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27354-7B38-4A41-838B-86E36DCE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ダミー試験を終え、ガラスの縁に欠けがないことを確認する。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A4569-8947-419D-9F3D-6E3EC882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02A8F-10D4-41F2-99A9-ED6E3160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ドット面をカメラへ向け、DOWNで上から入れる。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D83DF-B530-4812-9468-D1E34169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A94AE-9809-45C3-8408-0410BCC6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DOWN17 mm、UP85 mmと、チェンバーとの隙間を現物で測る。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AC4B4-F687-4C23-A784-4005AFC7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確認：ガラスの全面が駆動フレームに隠れず、枠が撮影範囲を遮らないこと。</a:t>
            </a:r>
          </a:p>
        </p:txBody>
      </p:sp>
    </p:spTree>
    <p:extLst>
      <p:ext uri="{BB962C8B-B14F-4D97-AF65-F5344CB8AC3E}">
        <p14:creationId xmlns:p14="http://schemas.microsoft.com/office/powerpoint/2010/main" val="1933553708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6B3EA-A64F-4277-89AF-7166114D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受入試験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ABCC3-2DD9-4CF1-9927-6406A3B4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組立後に記録する実機試験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CCE4C-266A-45FF-803E-ACF20E0A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31C41-4E2B-43F0-A4C2-4703830A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D665D-0792-49F8-A082-3CCA0579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E4366-F8F7-4427-A225-362B0C2D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104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73430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項目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記録・合否の目安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端点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DOWN17 mm／UP85 mm、繰返し時の差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繰返し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ダミー100往復で脱調・緩み・配線擦れなし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移動時間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通常の端点間移動は各10秒以内を目安に実測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保持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最大想定荷重で24時間、鉛直ずれ0.5 mm以下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電源断・再接続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ダミーで落下を確認し、再投入で自走しない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79FBE-141A-4E78-98CF-34B63B3F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未実施の試験を合格扱いにしない。日時・電源電圧・条件・結果を手元に記録する。</a:t>
            </a:r>
          </a:p>
        </p:txBody>
      </p:sp>
    </p:spTree>
    <p:extLst>
      <p:ext uri="{BB962C8B-B14F-4D97-AF65-F5344CB8AC3E}">
        <p14:creationId xmlns:p14="http://schemas.microsoft.com/office/powerpoint/2010/main" val="373293444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50DA7-E939-427A-ABA1-8BD09C33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使い方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223F2-898A-4AA0-98FB-FA9FE41E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普段はupとdownだけ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6753D-832D-4F31-B448-FA0917B6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5518B-68CA-4895-986E-6C10EC41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4089A-CC13-4F0E-9FC3-99652170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40FD4-0B8F-48E3-9474-061063FA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105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554355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コマンド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使うとき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uv run platectl 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ガラスを上げる（下面85 mm）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uv run platectl down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ガラスを下げる（下面17 mm）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uv run platectl 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接続・位置・停止状態を確認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uv run platectl home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下端を探し直す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uv run platectl shutdown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DOWNへ戻し、無励磁にして終了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50573-E767-4789-8791-997B5491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既定の移動量は68 mm。位置不明ならup／downが端点を探す。Apply settingsは不要。</a:t>
            </a:r>
          </a:p>
        </p:txBody>
      </p:sp>
    </p:spTree>
    <p:extLst>
      <p:ext uri="{BB962C8B-B14F-4D97-AF65-F5344CB8AC3E}">
        <p14:creationId xmlns:p14="http://schemas.microsoft.com/office/powerpoint/2010/main" val="1799062043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7A07A-BF4E-407A-A32D-352FDC86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使い方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4DA4F-7DDB-4A86-B840-BB7704B7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操作するときの接続と速度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7B695-5D65-461B-B2D4-8331BC9A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2BBD5-7CDC-4384-9862-7A667DB9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5EAB6-A199-4F74-8FE7-CDC3673F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238DD-4D58-4AD9-A040-1B09D608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106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92480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項目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使用方法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USB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パソコンとTicのMicro-B端子をデータケーブルで接続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DC電源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24 V以下。直流安定化電源の21.2 Vでも使用可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Tic Control Center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スクリプトを使う前に閉じる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通常の速度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150000000＝14.06 mm/s。端点付近は速度を下げる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電源を外す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shutdownの完了を確認してから電源とUSBを外す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A3475-CCB9-464F-A038-BD2D9970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電源装置の表示電流と、Ticのモーター相電流設定は別の値。</a:t>
            </a:r>
          </a:p>
        </p:txBody>
      </p:sp>
    </p:spTree>
    <p:extLst>
      <p:ext uri="{BB962C8B-B14F-4D97-AF65-F5344CB8AC3E}">
        <p14:creationId xmlns:p14="http://schemas.microsoft.com/office/powerpoint/2010/main" val="826378648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CDD26-940C-482B-8823-9ACAF7CD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保守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8EE04-D39C-455E-8089-D2ED9115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交換・再調整のとき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73797-5E2E-4F2F-95E0-50FF0613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18D17-A636-4572-AE6E-629025BB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20AC5-08F3-451C-B847-DDB44BEB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24B2F-E9A6-438D-9EFE-7760BF38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107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73430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部品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作業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ヒューズ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DC電源・USBを外す → 外側キャップ → 同じ2 Aへ交換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主電源スイッチ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250端子を抜く → 内側ナットを外す → 外側へ抜く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リミットスイッチ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配線と2本のM2を外す → 交換後に復帰高さを再調整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軸受・送りねじ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ガラスとキャリアを外し、送りねじ・蓋・軸受の順で分解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印刷部品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割れ、インサート空回り、取付板の当たり面を点検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ABE26-F833-42CC-B40E-F722864C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分解前に配線ラベルを残す。再組立後は導通・手回し・端点をもう一度確認。</a:t>
            </a:r>
          </a:p>
        </p:txBody>
      </p:sp>
    </p:spTree>
    <p:extLst>
      <p:ext uri="{BB962C8B-B14F-4D97-AF65-F5344CB8AC3E}">
        <p14:creationId xmlns:p14="http://schemas.microsoft.com/office/powerpoint/2010/main" val="2060463936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4ED89-B039-4468-8A4F-21C42979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保守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63B04-2016-48B6-A958-E545354B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箱の保守：天板と電源側板から開く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888F0-1289-47B0-BE6E-97DB7DDF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E94D0-74CC-404C-A14B-F327EA25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09AC1-D619-40A9-ADAA-10B4A973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D838C-8699-4897-92ED-088864C1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108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0ec8851a64380"/>
          <a:stretch xmlns:a="http://schemas.openxmlformats.org/drawingml/2006/main"/>
        </p:blipFill>
        <p:spPr>
          <a:xfrm xmlns:a="http://schemas.openxmlformats.org/drawingml/2006/main">
            <a:off x="998220" y="1581150"/>
            <a:ext cx="5614035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9E2AC-B82D-437F-9D75-9E3791D2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80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天板M3×8 ×4 ／ 電源側板M3×8 ×4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A2C25-696A-4EA4-AD85-8C62A371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5FB9B-0F79-458B-92F3-5549B1F5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716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DC電源とUSBを外す。天板4本を外し、端子と配線を確認する。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62EA7-F0D3-4BE3-A63B-4F61D8E6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241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9CCEB-0AC8-444A-A022-B0285BB5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電源側板も4本で外せる。配線の余長を使って静かに開く。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E420C-D1B7-48F1-A8F2-BEC1977F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2A7C5-EFEF-4315-94D7-DC846CE6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4095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底板まで外す場合は、ベース固定のM3×12を2本外して箱を持ち上げる。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3DA06-C6B4-4740-BEEA-C82A96F7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34025"/>
            <a:ext cx="4114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確認：底板の4本は箱の裏にある。駆動フレームは取り外す必要がない。</a:t>
            </a:r>
          </a:p>
        </p:txBody>
      </p:sp>
    </p:spTree>
    <p:extLst>
      <p:ext uri="{BB962C8B-B14F-4D97-AF65-F5344CB8AC3E}">
        <p14:creationId xmlns:p14="http://schemas.microsoft.com/office/powerpoint/2010/main" val="2072123487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B8056-A6AD-4E08-A741-DEA4C916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3Dデータと検証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B6043-D2A4-4815-B4D7-001B2D7D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公開データの使い方と検証範囲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402F7-D922-41A2-BD6C-B1C4D05B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810C2-92F3-4611-B425-4D315C1D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A5344-68FA-424F-BCA4-B4ACAC74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689E4-A385-4268-827F-59DA8404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109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73430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収録内容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使い方・検証範囲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印刷用STL・ZIP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装置の印刷部品14個。各1個、mm単位・印刷姿勢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購入部材一覧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型番・装置1台の必要数・使う場所・購入先を確認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動作GIF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購入部品を含むCADアセンブリの68 mm昇降イメージ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CADとSTL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新しい箱とベースの形状・穴・取付と昇降域の干渉を確認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現物での確認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保持・配線の曲げ・発熱・脱調・印刷品質を実機で確認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C8DD9-4389-458D-95EA-BF0E6001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GIFは実機映像ではない。動作確認済みの機構を使い、電子箱は6分割の設計を収録。</a:t>
            </a:r>
          </a:p>
        </p:txBody>
      </p:sp>
    </p:spTree>
    <p:extLst>
      <p:ext uri="{BB962C8B-B14F-4D97-AF65-F5344CB8AC3E}">
        <p14:creationId xmlns:p14="http://schemas.microsoft.com/office/powerpoint/2010/main" val="1356178338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5AFED-B445-4B73-9B67-95840FD5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46D87"/>
                </a:solidFill>
                <a:latin typeface="BIZ UDPGothic"/>
                <a:ea typeface="BIZ UDPGothic"/>
                <a:cs typeface="BIZ UDPGothic"/>
              </a:rPr>
              <a:t>参照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4E36D-F451-4077-9900-9A6F512D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73046"/>
                </a:solidFill>
                <a:latin typeface="BIZ UDPGothic"/>
                <a:ea typeface="BIZ UDPGothic"/>
                <a:cs typeface="BIZ UDPGothic"/>
              </a:rPr>
              <a:t>参照する資料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2F8A9-4ECB-4C13-BE90-FB5E66A9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B31F1-808D-4ECC-91C2-DF558858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BFECE-1364-4EA1-B9C8-4D3411D8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最終更新日：2026年9月15日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53D21-EDC1-4A01-B092-425FEF1F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573"/>
                </a:solidFill>
                <a:latin typeface="BIZ UDPGothic"/>
                <a:ea typeface="BIZ UDPGothic"/>
                <a:cs typeface="BIZ UDPGothic"/>
              </a:rPr>
              <a:t>110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28775"/>
          <a:ext xmlns:a="http://schemas.openxmlformats.org/drawingml/2006/main" cx="111633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35330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資料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掲載先・内容</a:t>
                      </a:r>
                    </a:p>
                  </a:txBody>
                  <a:tcPr marL="91440" marR="91440" marT="45720" marB="45720">
                    <a:solidFill>
                      <a:srgbClr val="173046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ソフトとダウンロード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github.com/dainakai/plate-lift-control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購入部材一覧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hardware/bom.md：MISUMI型番・購入先・必要数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Pololu公式資料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pololu.com/docs/0J71：Ticの接続・設定・操作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OMRON SS-01GL13-E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メーカー図面：端子・取付穴・レバー動作</a:t>
                      </a:r>
                    </a:p>
                  </a:txBody>
                  <a:tcPr marL="91440" marR="91440" marT="45720" marB="45720">
                    <a:solidFill>
                      <a:srgbClr val="F1F6F8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図の寸法根拠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6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メーカー図面と実測値。ねじ山・配線の曲げは一部省略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09059-1134-4D6F-A41B-BE5DF143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A84A12"/>
                </a:solidFill>
                <a:latin typeface="BIZ UDPGothic"/>
                <a:ea typeface="BIZ UDPGothic"/>
                <a:cs typeface="BIZ UDPGothic"/>
              </a:rPr>
              <a:t>説明書の更新日と公開ファイルはGitHubのREADMEから確認できる。</a:t>
            </a:r>
          </a:p>
        </p:txBody>
      </p:sp>
    </p:spTree>
    <p:extLst>
      <p:ext uri="{BB962C8B-B14F-4D97-AF65-F5344CB8AC3E}">
        <p14:creationId xmlns:p14="http://schemas.microsoft.com/office/powerpoint/2010/main" val="456239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2026-09-15T12:15:36.8310000Z</dcterms:created>
  <dcterms:modified xsi:type="dcterms:W3CDTF">2026-09-15T12:15:36.8310000Z</dcterms:modified>
</coreProperties>
</file>